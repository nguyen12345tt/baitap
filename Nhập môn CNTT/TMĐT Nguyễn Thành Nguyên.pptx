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90" r:id="rId1"/>
    <p:sldMasterId id="2147484267" r:id="rId2"/>
    <p:sldMasterId id="2147484293" r:id="rId3"/>
  </p:sldMasterIdLst>
  <p:notesMasterIdLst>
    <p:notesMasterId r:id="rId16"/>
  </p:notesMasterIdLst>
  <p:sldIdLst>
    <p:sldId id="264" r:id="rId4"/>
    <p:sldId id="257" r:id="rId5"/>
    <p:sldId id="256" r:id="rId6"/>
    <p:sldId id="267" r:id="rId7"/>
    <p:sldId id="258" r:id="rId8"/>
    <p:sldId id="262" r:id="rId9"/>
    <p:sldId id="260" r:id="rId10"/>
    <p:sldId id="259" r:id="rId11"/>
    <p:sldId id="263" r:id="rId12"/>
    <p:sldId id="261" r:id="rId13"/>
    <p:sldId id="265" r:id="rId14"/>
    <p:sldId id="266" r:id="rId15"/>
  </p:sldIdLst>
  <p:sldSz cx="10080625" cy="5670550"/>
  <p:notesSz cx="7772400" cy="10058400"/>
  <p:custShowLst>
    <p:custShow name="Custom Show 1" id="0">
      <p:sldLst>
        <p:sld r:id="rId5"/>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529D7FD-C4A4-481E-8212-ABECC32EA04C}">
          <p14:sldIdLst>
            <p14:sldId id="264"/>
            <p14:sldId id="257"/>
            <p14:sldId id="256"/>
            <p14:sldId id="267"/>
            <p14:sldId id="258"/>
            <p14:sldId id="262"/>
            <p14:sldId id="260"/>
            <p14:sldId id="259"/>
            <p14:sldId id="263"/>
            <p14:sldId id="261"/>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snapToGrid="0">
      <p:cViewPr varScale="1">
        <p:scale>
          <a:sx n="79" d="100"/>
          <a:sy n="79" d="100"/>
        </p:scale>
        <p:origin x="9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13EEBA99-3E81-4AEA-A05B-423B699C7C4B}" type="datetimeFigureOut">
              <a:rPr lang="en-US" smtClean="0"/>
              <a:t>10/19/2024</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9037738A-98FC-4BEB-8801-A4BA0B83E878}" type="slidenum">
              <a:rPr lang="en-US" smtClean="0"/>
              <a:t>‹#›</a:t>
            </a:fld>
            <a:endParaRPr lang="en-US"/>
          </a:p>
        </p:txBody>
      </p:sp>
    </p:spTree>
    <p:extLst>
      <p:ext uri="{BB962C8B-B14F-4D97-AF65-F5344CB8AC3E}">
        <p14:creationId xmlns:p14="http://schemas.microsoft.com/office/powerpoint/2010/main" val="3762233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37738A-98FC-4BEB-8801-A4BA0B83E878}" type="slidenum">
              <a:rPr lang="en-US" smtClean="0"/>
              <a:t>1</a:t>
            </a:fld>
            <a:endParaRPr lang="en-US"/>
          </a:p>
        </p:txBody>
      </p:sp>
    </p:spTree>
    <p:extLst>
      <p:ext uri="{BB962C8B-B14F-4D97-AF65-F5344CB8AC3E}">
        <p14:creationId xmlns:p14="http://schemas.microsoft.com/office/powerpoint/2010/main" val="93899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99075" y="663382"/>
            <a:ext cx="7141330" cy="2101387"/>
          </a:xfrm>
        </p:spPr>
        <p:txBody>
          <a:bodyPr bIns="0" anchor="b">
            <a:normAutofit/>
          </a:bodyPr>
          <a:lstStyle>
            <a:lvl1pPr algn="l">
              <a:defRPr sz="5457"/>
            </a:lvl1pPr>
          </a:lstStyle>
          <a:p>
            <a:r>
              <a:rPr lang="en-US"/>
              <a:t>Click to edit Master title style</a:t>
            </a:r>
            <a:endParaRPr lang="en-US" dirty="0"/>
          </a:p>
        </p:txBody>
      </p:sp>
      <p:sp>
        <p:nvSpPr>
          <p:cNvPr id="3" name="Subtitle 2"/>
          <p:cNvSpPr>
            <a:spLocks noGrp="1"/>
          </p:cNvSpPr>
          <p:nvPr>
            <p:ph type="subTitle" idx="1"/>
          </p:nvPr>
        </p:nvSpPr>
        <p:spPr>
          <a:xfrm>
            <a:off x="1999076" y="2919783"/>
            <a:ext cx="7141329" cy="808348"/>
          </a:xfrm>
        </p:spPr>
        <p:txBody>
          <a:bodyPr tIns="91440" bIns="91440">
            <a:normAutofit/>
          </a:bodyPr>
          <a:lstStyle>
            <a:lvl1pPr marL="0" indent="0" algn="l">
              <a:buNone/>
              <a:defRPr sz="1488" b="0" cap="all" baseline="0">
                <a:solidFill>
                  <a:schemeClr val="tx1"/>
                </a:solidFill>
              </a:defRPr>
            </a:lvl1pPr>
            <a:lvl2pPr marL="378013" indent="0" algn="ctr">
              <a:buNone/>
              <a:defRPr sz="1488"/>
            </a:lvl2pPr>
            <a:lvl3pPr marL="756026" indent="0" algn="ctr">
              <a:buNone/>
              <a:defRPr sz="1488"/>
            </a:lvl3pPr>
            <a:lvl4pPr marL="1134039" indent="0" algn="ctr">
              <a:buNone/>
              <a:defRPr sz="1323"/>
            </a:lvl4pPr>
            <a:lvl5pPr marL="1512052" indent="0" algn="ctr">
              <a:buNone/>
              <a:defRPr sz="1323"/>
            </a:lvl5pPr>
            <a:lvl6pPr marL="1890065" indent="0" algn="ctr">
              <a:buNone/>
              <a:defRPr sz="1323"/>
            </a:lvl6pPr>
            <a:lvl7pPr marL="2268078" indent="0" algn="ctr">
              <a:buNone/>
              <a:defRPr sz="1323"/>
            </a:lvl7pPr>
            <a:lvl8pPr marL="2646091" indent="0" algn="ctr">
              <a:buNone/>
              <a:defRPr sz="1323"/>
            </a:lvl8pPr>
            <a:lvl9pPr marL="3024104"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a:xfrm>
            <a:off x="1998018" y="272289"/>
            <a:ext cx="4112547" cy="255663"/>
          </a:xfrm>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a:xfrm>
            <a:off x="1188694" y="660633"/>
            <a:ext cx="670569" cy="416384"/>
          </a:xfrm>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15" name="Straight Connector 14"/>
          <p:cNvCxnSpPr/>
          <p:nvPr/>
        </p:nvCxnSpPr>
        <p:spPr>
          <a:xfrm>
            <a:off x="1999076" y="2917581"/>
            <a:ext cx="714132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2307365"/>
      </p:ext>
    </p:extLst>
  </p:cSld>
  <p:clrMapOvr>
    <a:masterClrMapping/>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33" name="Straight Connector 32"/>
          <p:cNvCxnSpPr/>
          <p:nvPr/>
        </p:nvCxnSpPr>
        <p:spPr>
          <a:xfrm>
            <a:off x="1202115" y="1527268"/>
            <a:ext cx="794371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9684083"/>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02398" y="1452059"/>
            <a:ext cx="7146358" cy="1561055"/>
          </a:xfrm>
        </p:spPr>
        <p:txBody>
          <a:bodyPr anchor="b">
            <a:normAutofit/>
          </a:bodyPr>
          <a:lstStyle>
            <a:lvl1pPr algn="l">
              <a:defRPr sz="2976"/>
            </a:lvl1pPr>
          </a:lstStyle>
          <a:p>
            <a:r>
              <a:rPr lang="en-US"/>
              <a:t>Click to edit Master title style</a:t>
            </a:r>
            <a:endParaRPr lang="en-US" dirty="0"/>
          </a:p>
        </p:txBody>
      </p:sp>
      <p:sp>
        <p:nvSpPr>
          <p:cNvPr id="3" name="Text Placeholder 2"/>
          <p:cNvSpPr>
            <a:spLocks noGrp="1"/>
          </p:cNvSpPr>
          <p:nvPr>
            <p:ph type="body" idx="1"/>
          </p:nvPr>
        </p:nvSpPr>
        <p:spPr>
          <a:xfrm>
            <a:off x="1202398" y="3147160"/>
            <a:ext cx="7135851" cy="837542"/>
          </a:xfrm>
        </p:spPr>
        <p:txBody>
          <a:bodyPr tIns="91440">
            <a:normAutofit/>
          </a:bodyPr>
          <a:lstStyle>
            <a:lvl1pPr marL="0" indent="0" algn="l">
              <a:buNone/>
              <a:defRPr sz="1488">
                <a:solidFill>
                  <a:schemeClr val="tx1"/>
                </a:solidFill>
              </a:defRPr>
            </a:lvl1pPr>
            <a:lvl2pPr marL="378013" indent="0">
              <a:buNone/>
              <a:defRPr sz="1488">
                <a:solidFill>
                  <a:schemeClr val="tx1">
                    <a:tint val="75000"/>
                  </a:schemeClr>
                </a:solidFill>
              </a:defRPr>
            </a:lvl2pPr>
            <a:lvl3pPr marL="756026" indent="0">
              <a:buNone/>
              <a:defRPr sz="1488">
                <a:solidFill>
                  <a:schemeClr val="tx1">
                    <a:tint val="75000"/>
                  </a:schemeClr>
                </a:solidFill>
              </a:defRPr>
            </a:lvl3pPr>
            <a:lvl4pPr marL="1134039" indent="0">
              <a:buNone/>
              <a:defRPr sz="1323">
                <a:solidFill>
                  <a:schemeClr val="tx1">
                    <a:tint val="75000"/>
                  </a:schemeClr>
                </a:solidFill>
              </a:defRPr>
            </a:lvl4pPr>
            <a:lvl5pPr marL="1512052" indent="0">
              <a:buNone/>
              <a:defRPr sz="1323">
                <a:solidFill>
                  <a:schemeClr val="tx1">
                    <a:tint val="75000"/>
                  </a:schemeClr>
                </a:solidFill>
              </a:defRPr>
            </a:lvl5pPr>
            <a:lvl6pPr marL="1890065" indent="0">
              <a:buNone/>
              <a:defRPr sz="1323">
                <a:solidFill>
                  <a:schemeClr val="tx1">
                    <a:tint val="75000"/>
                  </a:schemeClr>
                </a:solidFill>
              </a:defRPr>
            </a:lvl6pPr>
            <a:lvl7pPr marL="2268078" indent="0">
              <a:buNone/>
              <a:defRPr sz="1323">
                <a:solidFill>
                  <a:schemeClr val="tx1">
                    <a:tint val="75000"/>
                  </a:schemeClr>
                </a:solidFill>
              </a:defRPr>
            </a:lvl7pPr>
            <a:lvl8pPr marL="2646091" indent="0">
              <a:buNone/>
              <a:defRPr sz="1323">
                <a:solidFill>
                  <a:schemeClr val="tx1">
                    <a:tint val="75000"/>
                  </a:schemeClr>
                </a:solidFill>
              </a:defRPr>
            </a:lvl8pPr>
            <a:lvl9pPr marL="3024104"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15" name="Straight Connector 14"/>
          <p:cNvCxnSpPr/>
          <p:nvPr/>
        </p:nvCxnSpPr>
        <p:spPr>
          <a:xfrm>
            <a:off x="1202398" y="3146159"/>
            <a:ext cx="71358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9835610"/>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98246" y="665525"/>
            <a:ext cx="7942159" cy="87588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96687" y="1662699"/>
            <a:ext cx="3840718" cy="28514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03053" y="1668044"/>
            <a:ext cx="3840718" cy="28456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7" name="Slide Number Placeholder 6"/>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35" name="Straight Connector 34"/>
          <p:cNvCxnSpPr/>
          <p:nvPr/>
        </p:nvCxnSpPr>
        <p:spPr>
          <a:xfrm>
            <a:off x="1202115" y="1527268"/>
            <a:ext cx="794371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5107796"/>
      </p:ext>
    </p:extLst>
  </p:cSld>
  <p:clrMapOvr>
    <a:masterClrMapping/>
  </p:clrMapOvr>
  <p:transition spd="slow">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96571" y="664924"/>
            <a:ext cx="7943834" cy="8734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96571" y="1669868"/>
            <a:ext cx="3840718" cy="663088"/>
          </a:xfrm>
        </p:spPr>
        <p:txBody>
          <a:bodyPr anchor="b">
            <a:normAutofit/>
          </a:bodyPr>
          <a:lstStyle>
            <a:lvl1pPr marL="0" indent="0">
              <a:lnSpc>
                <a:spcPct val="100000"/>
              </a:lnSpc>
              <a:buNone/>
              <a:defRPr sz="1819" b="0" cap="all" baseline="0">
                <a:solidFill>
                  <a:schemeClr val="accent1"/>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4" name="Content Placeholder 3"/>
          <p:cNvSpPr>
            <a:spLocks noGrp="1"/>
          </p:cNvSpPr>
          <p:nvPr>
            <p:ph sz="half" idx="2"/>
          </p:nvPr>
        </p:nvSpPr>
        <p:spPr>
          <a:xfrm>
            <a:off x="1196571" y="2335253"/>
            <a:ext cx="3840718" cy="21865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01888" y="1672724"/>
            <a:ext cx="3840718" cy="663331"/>
          </a:xfrm>
        </p:spPr>
        <p:txBody>
          <a:bodyPr anchor="b">
            <a:normAutofit/>
          </a:bodyPr>
          <a:lstStyle>
            <a:lvl1pPr marL="0" indent="0">
              <a:lnSpc>
                <a:spcPct val="100000"/>
              </a:lnSpc>
              <a:buNone/>
              <a:defRPr sz="1819" b="0" cap="all" baseline="0">
                <a:solidFill>
                  <a:schemeClr val="accent1"/>
                </a:solidFill>
              </a:defRPr>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6" name="Content Placeholder 5"/>
          <p:cNvSpPr>
            <a:spLocks noGrp="1"/>
          </p:cNvSpPr>
          <p:nvPr>
            <p:ph sz="quarter" idx="4"/>
          </p:nvPr>
        </p:nvSpPr>
        <p:spPr>
          <a:xfrm>
            <a:off x="5301888" y="2332956"/>
            <a:ext cx="3840718" cy="21807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8" name="Footer Placeholder 7"/>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9" name="Slide Number Placeholder 8"/>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29" name="Straight Connector 28"/>
          <p:cNvCxnSpPr/>
          <p:nvPr/>
        </p:nvCxnSpPr>
        <p:spPr>
          <a:xfrm>
            <a:off x="1202115" y="1527268"/>
            <a:ext cx="794371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3856430"/>
      </p:ext>
    </p:extLst>
  </p:cSld>
  <p:clrMapOvr>
    <a:masterClrMapping/>
  </p:clrMapOvr>
  <p:transition spd="slow">
    <p:circl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4" name="Footer Placeholder 3"/>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5" name="Slide Number Placeholder 4"/>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25" name="Straight Connector 24"/>
          <p:cNvCxnSpPr/>
          <p:nvPr/>
        </p:nvCxnSpPr>
        <p:spPr>
          <a:xfrm>
            <a:off x="1202115" y="1527268"/>
            <a:ext cx="794371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4267576"/>
      </p:ext>
    </p:extLst>
  </p:cSld>
  <p:clrMapOvr>
    <a:masterClrMapping/>
  </p:clrMapOvr>
  <p:transition spd="slow">
    <p:circl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3" name="Footer Placeholder 2"/>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4" name="Slide Number Placeholder 3"/>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4232100199"/>
      </p:ext>
    </p:extLst>
  </p:cSld>
  <p:clrMapOvr>
    <a:masterClrMapping/>
  </p:clrMapOvr>
  <p:transition spd="slow">
    <p:circl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488" y="660633"/>
            <a:ext cx="2706273" cy="1858033"/>
          </a:xfrm>
        </p:spPr>
        <p:txBody>
          <a:bodyPr anchor="b">
            <a:normAutofit/>
          </a:bodyPr>
          <a:lstStyle>
            <a:lvl1pPr algn="l">
              <a:defRPr sz="1984"/>
            </a:lvl1pPr>
          </a:lstStyle>
          <a:p>
            <a:r>
              <a:rPr lang="en-US"/>
              <a:t>Click to edit Master title style</a:t>
            </a:r>
            <a:endParaRPr lang="en-US" dirty="0"/>
          </a:p>
        </p:txBody>
      </p:sp>
      <p:sp>
        <p:nvSpPr>
          <p:cNvPr id="3" name="Content Placeholder 2"/>
          <p:cNvSpPr>
            <a:spLocks noGrp="1"/>
          </p:cNvSpPr>
          <p:nvPr>
            <p:ph idx="1"/>
          </p:nvPr>
        </p:nvSpPr>
        <p:spPr>
          <a:xfrm>
            <a:off x="4170258" y="660633"/>
            <a:ext cx="4971248" cy="385215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94487" y="2650466"/>
            <a:ext cx="2707856" cy="1858913"/>
          </a:xfrm>
        </p:spPr>
        <p:txBody>
          <a:bodyPr/>
          <a:lstStyle>
            <a:lvl1pPr marL="0" indent="0" algn="l">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7" name="Slide Number Placeholder 6"/>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17" name="Straight Connector 16"/>
          <p:cNvCxnSpPr/>
          <p:nvPr/>
        </p:nvCxnSpPr>
        <p:spPr>
          <a:xfrm>
            <a:off x="1197471" y="2650466"/>
            <a:ext cx="270328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7782186"/>
      </p:ext>
    </p:extLst>
  </p:cSld>
  <p:clrMapOvr>
    <a:masterClrMapping/>
  </p:clrMapOvr>
  <p:transition spd="slow">
    <p:circl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6182475" y="398683"/>
            <a:ext cx="3368917" cy="4257544"/>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99890" y="933940"/>
            <a:ext cx="4574256" cy="1513622"/>
          </a:xfrm>
        </p:spPr>
        <p:txBody>
          <a:bodyPr anchor="b">
            <a:normAutofit/>
          </a:bodyPr>
          <a:lstStyle>
            <a:lvl1pPr>
              <a:defRPr sz="2646"/>
            </a:lvl1pPr>
          </a:lstStyle>
          <a:p>
            <a:r>
              <a:rPr lang="en-US"/>
              <a:t>Click to edit Master title style</a:t>
            </a:r>
            <a:endParaRPr lang="en-US" dirty="0"/>
          </a:p>
        </p:txBody>
      </p:sp>
      <p:sp>
        <p:nvSpPr>
          <p:cNvPr id="3" name="Picture Placeholder 2"/>
          <p:cNvSpPr>
            <a:spLocks noGrp="1" noChangeAspect="1"/>
          </p:cNvSpPr>
          <p:nvPr>
            <p:ph type="pic" idx="1"/>
          </p:nvPr>
        </p:nvSpPr>
        <p:spPr>
          <a:xfrm>
            <a:off x="6717431" y="928176"/>
            <a:ext cx="2307804" cy="3196880"/>
          </a:xfrm>
          <a:solidFill>
            <a:schemeClr val="bg1">
              <a:lumMod val="85000"/>
            </a:schemeClr>
          </a:solidFill>
          <a:ln w="9525" cap="sq">
            <a:noFill/>
            <a:miter lim="800000"/>
          </a:ln>
          <a:effectLst/>
        </p:spPr>
        <p:txBody>
          <a:bodyPr anchor="t"/>
          <a:lstStyle>
            <a:lvl1pPr marL="0" indent="0" algn="ctr">
              <a:buNone/>
              <a:defRPr sz="2646"/>
            </a:lvl1pPr>
            <a:lvl2pPr marL="378013" indent="0">
              <a:buNone/>
              <a:defRPr sz="2315"/>
            </a:lvl2pPr>
            <a:lvl3pPr marL="756026" indent="0">
              <a:buNone/>
              <a:defRPr sz="1984"/>
            </a:lvl3pPr>
            <a:lvl4pPr marL="1134039" indent="0">
              <a:buNone/>
              <a:defRPr sz="1654"/>
            </a:lvl4pPr>
            <a:lvl5pPr marL="1512052" indent="0">
              <a:buNone/>
              <a:defRPr sz="1654"/>
            </a:lvl5pPr>
            <a:lvl6pPr marL="1890065" indent="0">
              <a:buNone/>
              <a:defRPr sz="1654"/>
            </a:lvl6pPr>
            <a:lvl7pPr marL="2268078" indent="0">
              <a:buNone/>
              <a:defRPr sz="1654"/>
            </a:lvl7pPr>
            <a:lvl8pPr marL="2646091" indent="0">
              <a:buNone/>
              <a:defRPr sz="1654"/>
            </a:lvl8pPr>
            <a:lvl9pPr marL="3024104" indent="0">
              <a:buNone/>
              <a:defRPr sz="1654"/>
            </a:lvl9pPr>
          </a:lstStyle>
          <a:p>
            <a:r>
              <a:rPr lang="en-US"/>
              <a:t>Click icon to add picture</a:t>
            </a:r>
            <a:endParaRPr lang="en-US" dirty="0"/>
          </a:p>
        </p:txBody>
      </p:sp>
      <p:sp>
        <p:nvSpPr>
          <p:cNvPr id="4" name="Text Placeholder 3"/>
          <p:cNvSpPr>
            <a:spLocks noGrp="1"/>
          </p:cNvSpPr>
          <p:nvPr>
            <p:ph type="body" sz="half" idx="2"/>
          </p:nvPr>
        </p:nvSpPr>
        <p:spPr>
          <a:xfrm>
            <a:off x="1199165" y="2601269"/>
            <a:ext cx="4567704" cy="1656798"/>
          </a:xfrm>
        </p:spPr>
        <p:txBody>
          <a:bodyPr>
            <a:normAutofit/>
          </a:bodyPr>
          <a:lstStyle>
            <a:lvl1pPr marL="0" indent="0" algn="l">
              <a:buNone/>
              <a:defRPr sz="1488"/>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n-US"/>
              <a:t>Click to edit Master text styles</a:t>
            </a:r>
          </a:p>
        </p:txBody>
      </p:sp>
      <p:sp>
        <p:nvSpPr>
          <p:cNvPr id="5" name="Date Placeholder 4"/>
          <p:cNvSpPr>
            <a:spLocks noGrp="1"/>
          </p:cNvSpPr>
          <p:nvPr>
            <p:ph type="dt" sz="half" idx="10"/>
          </p:nvPr>
        </p:nvSpPr>
        <p:spPr>
          <a:xfrm>
            <a:off x="1196729" y="4522761"/>
            <a:ext cx="4570140" cy="264694"/>
          </a:xfrm>
        </p:spPr>
        <p:txBody>
          <a:bodyPr/>
          <a:lstStyle>
            <a:lvl1pPr algn="l">
              <a:defRPr/>
            </a:lvl1pPr>
          </a:lstStyle>
          <a:p>
            <a:pPr indent="0">
              <a:buNone/>
            </a:pPr>
            <a:r>
              <a:rPr lang="en-US" sz="1400" b="0" u="none" strike="noStrike">
                <a:solidFill>
                  <a:srgbClr val="000000"/>
                </a:solidFill>
                <a:uFillTx/>
                <a:latin typeface="Times New Roman"/>
              </a:rPr>
              <a:t>&lt;date/time&gt;</a:t>
            </a:r>
          </a:p>
        </p:txBody>
      </p:sp>
      <p:sp>
        <p:nvSpPr>
          <p:cNvPr id="6" name="Footer Placeholder 5"/>
          <p:cNvSpPr>
            <a:spLocks noGrp="1"/>
          </p:cNvSpPr>
          <p:nvPr>
            <p:ph type="ftr" sz="quarter" idx="11"/>
          </p:nvPr>
        </p:nvSpPr>
        <p:spPr>
          <a:xfrm>
            <a:off x="1196729" y="263469"/>
            <a:ext cx="4581429" cy="265362"/>
          </a:xfrm>
        </p:spPr>
        <p:txBody>
          <a:bodyPr/>
          <a:lstStyle/>
          <a:p>
            <a:endParaRPr lang="en-US" dirty="0"/>
          </a:p>
        </p:txBody>
      </p:sp>
      <p:sp>
        <p:nvSpPr>
          <p:cNvPr id="7" name="Slide Number Placeholder 6"/>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31" name="Straight Connector 30"/>
          <p:cNvCxnSpPr/>
          <p:nvPr/>
        </p:nvCxnSpPr>
        <p:spPr>
          <a:xfrm>
            <a:off x="1196729" y="2599296"/>
            <a:ext cx="457014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00503390"/>
      </p:ext>
    </p:extLst>
  </p:cSld>
  <p:clrMapOvr>
    <a:masterClrMapping/>
  </p:clrMapOvr>
  <p:transition spd="slow">
    <p:circl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26" name="Straight Connector 25"/>
          <p:cNvCxnSpPr/>
          <p:nvPr/>
        </p:nvCxnSpPr>
        <p:spPr>
          <a:xfrm>
            <a:off x="1202115" y="1527268"/>
            <a:ext cx="794371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5235196"/>
      </p:ext>
    </p:extLst>
  </p:cSld>
  <p:clrMapOvr>
    <a:masterClrMapping/>
  </p:clrMapOvr>
  <p:transition spd="slow">
    <p:circl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04473" y="660633"/>
            <a:ext cx="1335933" cy="3853038"/>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94488" y="660633"/>
            <a:ext cx="6473056" cy="38530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15" name="Straight Connector 14"/>
          <p:cNvCxnSpPr/>
          <p:nvPr/>
        </p:nvCxnSpPr>
        <p:spPr>
          <a:xfrm>
            <a:off x="7804473" y="660633"/>
            <a:ext cx="0" cy="3853038"/>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3516430"/>
      </p:ext>
    </p:extLst>
  </p:cSld>
  <p:clrMapOvr>
    <a:masterClrMapping/>
  </p:clrMapOvr>
  <p:transition spd="slow">
    <p:circl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E10E088B-876B-44F5-B173-56C41E383DDC}" type="slidenum">
              <a:t>‹#›</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2001120491"/>
      </p:ext>
    </p:extLst>
  </p:cSld>
  <p:clrMapOvr>
    <a:masterClrMapping/>
  </p:clrMapOvr>
  <p:transition spd="slow">
    <p:circl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ADB42-5183-9ADD-4A50-A087420ACEB1}"/>
              </a:ext>
            </a:extLst>
          </p:cNvPr>
          <p:cNvSpPr>
            <a:spLocks noGrp="1"/>
          </p:cNvSpPr>
          <p:nvPr>
            <p:ph type="ctrTitle"/>
          </p:nvPr>
        </p:nvSpPr>
        <p:spPr>
          <a:xfrm>
            <a:off x="1260078" y="928028"/>
            <a:ext cx="7560469" cy="1974191"/>
          </a:xfrm>
        </p:spPr>
        <p:txBody>
          <a:bodyPr anchor="b"/>
          <a:lstStyle>
            <a:lvl1pPr algn="ctr">
              <a:defRPr sz="4961"/>
            </a:lvl1pPr>
          </a:lstStyle>
          <a:p>
            <a:r>
              <a:rPr lang="en-US"/>
              <a:t>Click to edit Master title style</a:t>
            </a:r>
          </a:p>
        </p:txBody>
      </p:sp>
      <p:sp>
        <p:nvSpPr>
          <p:cNvPr id="3" name="Subtitle 2">
            <a:extLst>
              <a:ext uri="{FF2B5EF4-FFF2-40B4-BE49-F238E27FC236}">
                <a16:creationId xmlns:a16="http://schemas.microsoft.com/office/drawing/2014/main" id="{86613A29-E497-22DF-1AA8-A001C87B8F74}"/>
              </a:ext>
            </a:extLst>
          </p:cNvPr>
          <p:cNvSpPr>
            <a:spLocks noGrp="1"/>
          </p:cNvSpPr>
          <p:nvPr>
            <p:ph type="subTitle" idx="1"/>
          </p:nvPr>
        </p:nvSpPr>
        <p:spPr>
          <a:xfrm>
            <a:off x="1260078" y="2978352"/>
            <a:ext cx="7560469" cy="1369070"/>
          </a:xfrm>
        </p:spPr>
        <p:txBody>
          <a:bodyPr/>
          <a:lstStyle>
            <a:lvl1pPr marL="0" indent="0" algn="ctr">
              <a:buNone/>
              <a:defRPr sz="1984"/>
            </a:lvl1pPr>
            <a:lvl2pPr marL="378013" indent="0" algn="ctr">
              <a:buNone/>
              <a:defRPr sz="1654"/>
            </a:lvl2pPr>
            <a:lvl3pPr marL="756026" indent="0" algn="ctr">
              <a:buNone/>
              <a:defRPr sz="1488"/>
            </a:lvl3pPr>
            <a:lvl4pPr marL="1134039" indent="0" algn="ctr">
              <a:buNone/>
              <a:defRPr sz="1323"/>
            </a:lvl4pPr>
            <a:lvl5pPr marL="1512052" indent="0" algn="ctr">
              <a:buNone/>
              <a:defRPr sz="1323"/>
            </a:lvl5pPr>
            <a:lvl6pPr marL="1890065" indent="0" algn="ctr">
              <a:buNone/>
              <a:defRPr sz="1323"/>
            </a:lvl6pPr>
            <a:lvl7pPr marL="2268078" indent="0" algn="ctr">
              <a:buNone/>
              <a:defRPr sz="1323"/>
            </a:lvl7pPr>
            <a:lvl8pPr marL="2646091" indent="0" algn="ctr">
              <a:buNone/>
              <a:defRPr sz="1323"/>
            </a:lvl8pPr>
            <a:lvl9pPr marL="3024104" indent="0" algn="ctr">
              <a:buNone/>
              <a:defRPr sz="1323"/>
            </a:lvl9pPr>
          </a:lstStyle>
          <a:p>
            <a:r>
              <a:rPr lang="en-US"/>
              <a:t>Click to edit Master subtitle style</a:t>
            </a:r>
          </a:p>
        </p:txBody>
      </p:sp>
      <p:sp>
        <p:nvSpPr>
          <p:cNvPr id="4" name="Date Placeholder 3">
            <a:extLst>
              <a:ext uri="{FF2B5EF4-FFF2-40B4-BE49-F238E27FC236}">
                <a16:creationId xmlns:a16="http://schemas.microsoft.com/office/drawing/2014/main" id="{B142387C-3042-409B-3286-D71B033CEA30}"/>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a:extLst>
              <a:ext uri="{FF2B5EF4-FFF2-40B4-BE49-F238E27FC236}">
                <a16:creationId xmlns:a16="http://schemas.microsoft.com/office/drawing/2014/main" id="{194F0C08-46FE-7513-A8ED-60464F0F8D3E}"/>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a:extLst>
              <a:ext uri="{FF2B5EF4-FFF2-40B4-BE49-F238E27FC236}">
                <a16:creationId xmlns:a16="http://schemas.microsoft.com/office/drawing/2014/main" id="{364BA522-84B5-9CB2-00FB-C1D8AB4C4AE6}"/>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640895819"/>
      </p:ext>
    </p:extLst>
  </p:cSld>
  <p:clrMapOvr>
    <a:masterClrMapping/>
  </p:clrMapOvr>
  <p:transition spd="slow">
    <p:circl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7875-407E-C56C-857B-13815CBA65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DFAD83-6013-3AED-4A17-E2E1E9A25D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ED936A-C5E5-FDEB-2C64-6FB94ACB960A}"/>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a:extLst>
              <a:ext uri="{FF2B5EF4-FFF2-40B4-BE49-F238E27FC236}">
                <a16:creationId xmlns:a16="http://schemas.microsoft.com/office/drawing/2014/main" id="{CFD9AD53-121C-CA32-B6BE-269D2990DB5A}"/>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a:extLst>
              <a:ext uri="{FF2B5EF4-FFF2-40B4-BE49-F238E27FC236}">
                <a16:creationId xmlns:a16="http://schemas.microsoft.com/office/drawing/2014/main" id="{A0ABF5EA-AEA6-77A3-2924-17FDECE0DD38}"/>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557410743"/>
      </p:ext>
    </p:extLst>
  </p:cSld>
  <p:clrMapOvr>
    <a:masterClrMapping/>
  </p:clrMapOvr>
  <p:transition spd="slow">
    <p:circl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9AB0-8109-3050-DF9B-A0A153A3C310}"/>
              </a:ext>
            </a:extLst>
          </p:cNvPr>
          <p:cNvSpPr>
            <a:spLocks noGrp="1"/>
          </p:cNvSpPr>
          <p:nvPr>
            <p:ph type="title"/>
          </p:nvPr>
        </p:nvSpPr>
        <p:spPr>
          <a:xfrm>
            <a:off x="687793" y="1413700"/>
            <a:ext cx="8694539" cy="2358791"/>
          </a:xfrm>
        </p:spPr>
        <p:txBody>
          <a:bodyPr anchor="b"/>
          <a:lstStyle>
            <a:lvl1pPr>
              <a:defRPr sz="4961"/>
            </a:lvl1pPr>
          </a:lstStyle>
          <a:p>
            <a:r>
              <a:rPr lang="en-US"/>
              <a:t>Click to edit Master title style</a:t>
            </a:r>
          </a:p>
        </p:txBody>
      </p:sp>
      <p:sp>
        <p:nvSpPr>
          <p:cNvPr id="3" name="Text Placeholder 2">
            <a:extLst>
              <a:ext uri="{FF2B5EF4-FFF2-40B4-BE49-F238E27FC236}">
                <a16:creationId xmlns:a16="http://schemas.microsoft.com/office/drawing/2014/main" id="{79907330-C7F7-8FEA-AA15-784A866BD81E}"/>
              </a:ext>
            </a:extLst>
          </p:cNvPr>
          <p:cNvSpPr>
            <a:spLocks noGrp="1"/>
          </p:cNvSpPr>
          <p:nvPr>
            <p:ph type="body" idx="1"/>
          </p:nvPr>
        </p:nvSpPr>
        <p:spPr>
          <a:xfrm>
            <a:off x="687793" y="3794807"/>
            <a:ext cx="8694539" cy="1240432"/>
          </a:xfrm>
        </p:spPr>
        <p:txBody>
          <a:bodyPr/>
          <a:lstStyle>
            <a:lvl1pPr marL="0" indent="0">
              <a:buNone/>
              <a:defRPr sz="1984">
                <a:solidFill>
                  <a:schemeClr val="tx1">
                    <a:tint val="82000"/>
                  </a:schemeClr>
                </a:solidFill>
              </a:defRPr>
            </a:lvl1pPr>
            <a:lvl2pPr marL="378013" indent="0">
              <a:buNone/>
              <a:defRPr sz="1654">
                <a:solidFill>
                  <a:schemeClr val="tx1">
                    <a:tint val="82000"/>
                  </a:schemeClr>
                </a:solidFill>
              </a:defRPr>
            </a:lvl2pPr>
            <a:lvl3pPr marL="756026" indent="0">
              <a:buNone/>
              <a:defRPr sz="1488">
                <a:solidFill>
                  <a:schemeClr val="tx1">
                    <a:tint val="82000"/>
                  </a:schemeClr>
                </a:solidFill>
              </a:defRPr>
            </a:lvl3pPr>
            <a:lvl4pPr marL="1134039" indent="0">
              <a:buNone/>
              <a:defRPr sz="1323">
                <a:solidFill>
                  <a:schemeClr val="tx1">
                    <a:tint val="82000"/>
                  </a:schemeClr>
                </a:solidFill>
              </a:defRPr>
            </a:lvl4pPr>
            <a:lvl5pPr marL="1512052" indent="0">
              <a:buNone/>
              <a:defRPr sz="1323">
                <a:solidFill>
                  <a:schemeClr val="tx1">
                    <a:tint val="82000"/>
                  </a:schemeClr>
                </a:solidFill>
              </a:defRPr>
            </a:lvl5pPr>
            <a:lvl6pPr marL="1890065" indent="0">
              <a:buNone/>
              <a:defRPr sz="1323">
                <a:solidFill>
                  <a:schemeClr val="tx1">
                    <a:tint val="82000"/>
                  </a:schemeClr>
                </a:solidFill>
              </a:defRPr>
            </a:lvl6pPr>
            <a:lvl7pPr marL="2268078" indent="0">
              <a:buNone/>
              <a:defRPr sz="1323">
                <a:solidFill>
                  <a:schemeClr val="tx1">
                    <a:tint val="82000"/>
                  </a:schemeClr>
                </a:solidFill>
              </a:defRPr>
            </a:lvl7pPr>
            <a:lvl8pPr marL="2646091" indent="0">
              <a:buNone/>
              <a:defRPr sz="1323">
                <a:solidFill>
                  <a:schemeClr val="tx1">
                    <a:tint val="82000"/>
                  </a:schemeClr>
                </a:solidFill>
              </a:defRPr>
            </a:lvl8pPr>
            <a:lvl9pPr marL="3024104" indent="0">
              <a:buNone/>
              <a:defRPr sz="132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B71575-D23F-30A2-8F43-047A341AAAE7}"/>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a:extLst>
              <a:ext uri="{FF2B5EF4-FFF2-40B4-BE49-F238E27FC236}">
                <a16:creationId xmlns:a16="http://schemas.microsoft.com/office/drawing/2014/main" id="{9893B47C-89D7-BDFA-B972-4200D7B39120}"/>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a:extLst>
              <a:ext uri="{FF2B5EF4-FFF2-40B4-BE49-F238E27FC236}">
                <a16:creationId xmlns:a16="http://schemas.microsoft.com/office/drawing/2014/main" id="{BF681709-1EF1-2A1D-9195-E96CFA5BC0C1}"/>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298455881"/>
      </p:ext>
    </p:extLst>
  </p:cSld>
  <p:clrMapOvr>
    <a:masterClrMapping/>
  </p:clrMapOvr>
  <p:transition spd="slow">
    <p:circl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234E2-81B5-601F-E516-10BA77F61A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625DBD-FB2A-9421-996B-C2E886D68BEF}"/>
              </a:ext>
            </a:extLst>
          </p:cNvPr>
          <p:cNvSpPr>
            <a:spLocks noGrp="1"/>
          </p:cNvSpPr>
          <p:nvPr>
            <p:ph sz="half" idx="1"/>
          </p:nvPr>
        </p:nvSpPr>
        <p:spPr>
          <a:xfrm>
            <a:off x="693043" y="1509521"/>
            <a:ext cx="4284266" cy="3597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8307C6-2C73-B435-6C0A-1F38B0D98DA6}"/>
              </a:ext>
            </a:extLst>
          </p:cNvPr>
          <p:cNvSpPr>
            <a:spLocks noGrp="1"/>
          </p:cNvSpPr>
          <p:nvPr>
            <p:ph sz="half" idx="2"/>
          </p:nvPr>
        </p:nvSpPr>
        <p:spPr>
          <a:xfrm>
            <a:off x="5103316" y="1509521"/>
            <a:ext cx="4284266" cy="3597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19953A-122E-0108-40DA-C23EC7F15E74}"/>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a:extLst>
              <a:ext uri="{FF2B5EF4-FFF2-40B4-BE49-F238E27FC236}">
                <a16:creationId xmlns:a16="http://schemas.microsoft.com/office/drawing/2014/main" id="{D9DF14DE-9A71-AA72-9716-0E8B47815292}"/>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7" name="Slide Number Placeholder 6">
            <a:extLst>
              <a:ext uri="{FF2B5EF4-FFF2-40B4-BE49-F238E27FC236}">
                <a16:creationId xmlns:a16="http://schemas.microsoft.com/office/drawing/2014/main" id="{684605DE-573A-C25A-D899-A4B7DC29A72D}"/>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469352467"/>
      </p:ext>
    </p:extLst>
  </p:cSld>
  <p:clrMapOvr>
    <a:masterClrMapping/>
  </p:clrMapOvr>
  <p:transition spd="slow">
    <p:circl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A813-B5E7-6538-5566-B072E06009A6}"/>
              </a:ext>
            </a:extLst>
          </p:cNvPr>
          <p:cNvSpPr>
            <a:spLocks noGrp="1"/>
          </p:cNvSpPr>
          <p:nvPr>
            <p:ph type="title"/>
          </p:nvPr>
        </p:nvSpPr>
        <p:spPr>
          <a:xfrm>
            <a:off x="694356" y="301905"/>
            <a:ext cx="8694539" cy="1096044"/>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B28727-04D3-64C1-D793-75A18D50076B}"/>
              </a:ext>
            </a:extLst>
          </p:cNvPr>
          <p:cNvSpPr>
            <a:spLocks noGrp="1"/>
          </p:cNvSpPr>
          <p:nvPr>
            <p:ph type="body" idx="1"/>
          </p:nvPr>
        </p:nvSpPr>
        <p:spPr>
          <a:xfrm>
            <a:off x="694357" y="1390073"/>
            <a:ext cx="4264576" cy="681253"/>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4" name="Content Placeholder 3">
            <a:extLst>
              <a:ext uri="{FF2B5EF4-FFF2-40B4-BE49-F238E27FC236}">
                <a16:creationId xmlns:a16="http://schemas.microsoft.com/office/drawing/2014/main" id="{ACB3A14B-0A76-726D-9B82-6F3C865127BD}"/>
              </a:ext>
            </a:extLst>
          </p:cNvPr>
          <p:cNvSpPr>
            <a:spLocks noGrp="1"/>
          </p:cNvSpPr>
          <p:nvPr>
            <p:ph sz="half" idx="2"/>
          </p:nvPr>
        </p:nvSpPr>
        <p:spPr>
          <a:xfrm>
            <a:off x="694357" y="2071326"/>
            <a:ext cx="4264576" cy="3046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5F0C6A-A8D4-AA7B-7FF4-17A841944340}"/>
              </a:ext>
            </a:extLst>
          </p:cNvPr>
          <p:cNvSpPr>
            <a:spLocks noGrp="1"/>
          </p:cNvSpPr>
          <p:nvPr>
            <p:ph type="body" sz="quarter" idx="3"/>
          </p:nvPr>
        </p:nvSpPr>
        <p:spPr>
          <a:xfrm>
            <a:off x="5103316" y="1390073"/>
            <a:ext cx="4285579" cy="681253"/>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6" name="Content Placeholder 5">
            <a:extLst>
              <a:ext uri="{FF2B5EF4-FFF2-40B4-BE49-F238E27FC236}">
                <a16:creationId xmlns:a16="http://schemas.microsoft.com/office/drawing/2014/main" id="{F5027A5F-9271-0E1D-A380-A798E9DD9556}"/>
              </a:ext>
            </a:extLst>
          </p:cNvPr>
          <p:cNvSpPr>
            <a:spLocks noGrp="1"/>
          </p:cNvSpPr>
          <p:nvPr>
            <p:ph sz="quarter" idx="4"/>
          </p:nvPr>
        </p:nvSpPr>
        <p:spPr>
          <a:xfrm>
            <a:off x="5103316" y="2071326"/>
            <a:ext cx="4285579" cy="30466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E53C96-DEC8-B3AB-8D54-F02682FD8AFF}"/>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8" name="Footer Placeholder 7">
            <a:extLst>
              <a:ext uri="{FF2B5EF4-FFF2-40B4-BE49-F238E27FC236}">
                <a16:creationId xmlns:a16="http://schemas.microsoft.com/office/drawing/2014/main" id="{3162F0AC-F9D7-7725-AFE4-CD27FACE7EDD}"/>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9" name="Slide Number Placeholder 8">
            <a:extLst>
              <a:ext uri="{FF2B5EF4-FFF2-40B4-BE49-F238E27FC236}">
                <a16:creationId xmlns:a16="http://schemas.microsoft.com/office/drawing/2014/main" id="{C211B093-A72A-0B8B-5087-8CD58E3EE3D4}"/>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039383497"/>
      </p:ext>
    </p:extLst>
  </p:cSld>
  <p:clrMapOvr>
    <a:masterClrMapping/>
  </p:clrMapOvr>
  <p:transition spd="slow">
    <p:circl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0D8D8-329D-3E6C-EE4D-3E6B0898F2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99C962-4B05-0BEC-5B6C-D7FF70184B93}"/>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4" name="Footer Placeholder 3">
            <a:extLst>
              <a:ext uri="{FF2B5EF4-FFF2-40B4-BE49-F238E27FC236}">
                <a16:creationId xmlns:a16="http://schemas.microsoft.com/office/drawing/2014/main" id="{59C0C37E-70CB-5F23-B5D2-98310F7EFBAA}"/>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5" name="Slide Number Placeholder 4">
            <a:extLst>
              <a:ext uri="{FF2B5EF4-FFF2-40B4-BE49-F238E27FC236}">
                <a16:creationId xmlns:a16="http://schemas.microsoft.com/office/drawing/2014/main" id="{507EDF25-096C-9E37-BE56-3B29F248032B}"/>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268252944"/>
      </p:ext>
    </p:extLst>
  </p:cSld>
  <p:clrMapOvr>
    <a:masterClrMapping/>
  </p:clrMapOvr>
  <p:transition spd="slow">
    <p:circl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29F291-89ED-7305-C9C1-24D36C763DEC}"/>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3" name="Footer Placeholder 2">
            <a:extLst>
              <a:ext uri="{FF2B5EF4-FFF2-40B4-BE49-F238E27FC236}">
                <a16:creationId xmlns:a16="http://schemas.microsoft.com/office/drawing/2014/main" id="{30CC2364-C30F-7A19-B7E1-98B36C580C4C}"/>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4" name="Slide Number Placeholder 3">
            <a:extLst>
              <a:ext uri="{FF2B5EF4-FFF2-40B4-BE49-F238E27FC236}">
                <a16:creationId xmlns:a16="http://schemas.microsoft.com/office/drawing/2014/main" id="{CF8F9486-F2C2-EE34-DC3A-2B8D66B61F23}"/>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3692255272"/>
      </p:ext>
    </p:extLst>
  </p:cSld>
  <p:clrMapOvr>
    <a:masterClrMapping/>
  </p:clrMapOvr>
  <p:transition spd="slow">
    <p:circl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D04B-722E-9897-A949-081F3F44889F}"/>
              </a:ext>
            </a:extLst>
          </p:cNvPr>
          <p:cNvSpPr>
            <a:spLocks noGrp="1"/>
          </p:cNvSpPr>
          <p:nvPr>
            <p:ph type="title"/>
          </p:nvPr>
        </p:nvSpPr>
        <p:spPr>
          <a:xfrm>
            <a:off x="694356" y="378037"/>
            <a:ext cx="3251264" cy="1323128"/>
          </a:xfrm>
        </p:spPr>
        <p:txBody>
          <a:bodyPr anchor="b"/>
          <a:lstStyle>
            <a:lvl1pPr>
              <a:defRPr sz="2646"/>
            </a:lvl1pPr>
          </a:lstStyle>
          <a:p>
            <a:r>
              <a:rPr lang="en-US"/>
              <a:t>Click to edit Master title style</a:t>
            </a:r>
          </a:p>
        </p:txBody>
      </p:sp>
      <p:sp>
        <p:nvSpPr>
          <p:cNvPr id="3" name="Content Placeholder 2">
            <a:extLst>
              <a:ext uri="{FF2B5EF4-FFF2-40B4-BE49-F238E27FC236}">
                <a16:creationId xmlns:a16="http://schemas.microsoft.com/office/drawing/2014/main" id="{17A2ED39-FD3B-F54F-8C04-0DDBDC227654}"/>
              </a:ext>
            </a:extLst>
          </p:cNvPr>
          <p:cNvSpPr>
            <a:spLocks noGrp="1"/>
          </p:cNvSpPr>
          <p:nvPr>
            <p:ph idx="1"/>
          </p:nvPr>
        </p:nvSpPr>
        <p:spPr>
          <a:xfrm>
            <a:off x="4285579" y="816455"/>
            <a:ext cx="5103316" cy="4029766"/>
          </a:xfrm>
        </p:spPr>
        <p:txBody>
          <a:bodyPr/>
          <a:lstStyle>
            <a:lvl1pPr>
              <a:defRPr sz="2646"/>
            </a:lvl1pPr>
            <a:lvl2pPr>
              <a:defRPr sz="2315"/>
            </a:lvl2pPr>
            <a:lvl3pPr>
              <a:defRPr sz="1984"/>
            </a:lvl3pPr>
            <a:lvl4pPr>
              <a:defRPr sz="1654"/>
            </a:lvl4pPr>
            <a:lvl5pPr>
              <a:defRPr sz="1654"/>
            </a:lvl5pPr>
            <a:lvl6pPr>
              <a:defRPr sz="1654"/>
            </a:lvl6pPr>
            <a:lvl7pPr>
              <a:defRPr sz="1654"/>
            </a:lvl7pPr>
            <a:lvl8pPr>
              <a:defRPr sz="1654"/>
            </a:lvl8pPr>
            <a:lvl9pPr>
              <a:defRPr sz="16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A3DE76-4989-B748-F629-78B5C57B28C4}"/>
              </a:ext>
            </a:extLst>
          </p:cNvPr>
          <p:cNvSpPr>
            <a:spLocks noGrp="1"/>
          </p:cNvSpPr>
          <p:nvPr>
            <p:ph type="body" sz="half" idx="2"/>
          </p:nvPr>
        </p:nvSpPr>
        <p:spPr>
          <a:xfrm>
            <a:off x="694356" y="1701165"/>
            <a:ext cx="3251264" cy="3151619"/>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n-US"/>
              <a:t>Click to edit Master text styles</a:t>
            </a:r>
          </a:p>
        </p:txBody>
      </p:sp>
      <p:sp>
        <p:nvSpPr>
          <p:cNvPr id="5" name="Date Placeholder 4">
            <a:extLst>
              <a:ext uri="{FF2B5EF4-FFF2-40B4-BE49-F238E27FC236}">
                <a16:creationId xmlns:a16="http://schemas.microsoft.com/office/drawing/2014/main" id="{EB0A71A5-E050-3593-66F9-60E2B8153D8C}"/>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a:extLst>
              <a:ext uri="{FF2B5EF4-FFF2-40B4-BE49-F238E27FC236}">
                <a16:creationId xmlns:a16="http://schemas.microsoft.com/office/drawing/2014/main" id="{3B9C9818-7A21-9AA2-5E97-34DA0444097C}"/>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7" name="Slide Number Placeholder 6">
            <a:extLst>
              <a:ext uri="{FF2B5EF4-FFF2-40B4-BE49-F238E27FC236}">
                <a16:creationId xmlns:a16="http://schemas.microsoft.com/office/drawing/2014/main" id="{28E31DDB-57BB-CF1C-5958-3330A2132C9F}"/>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802079948"/>
      </p:ext>
    </p:extLst>
  </p:cSld>
  <p:clrMapOvr>
    <a:masterClrMapping/>
  </p:clrMapOvr>
  <p:transition spd="slow">
    <p:circl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40561-B303-2067-8122-31145F6D8D58}"/>
              </a:ext>
            </a:extLst>
          </p:cNvPr>
          <p:cNvSpPr>
            <a:spLocks noGrp="1"/>
          </p:cNvSpPr>
          <p:nvPr>
            <p:ph type="title"/>
          </p:nvPr>
        </p:nvSpPr>
        <p:spPr>
          <a:xfrm>
            <a:off x="694356" y="378037"/>
            <a:ext cx="3251264" cy="1323128"/>
          </a:xfrm>
        </p:spPr>
        <p:txBody>
          <a:bodyPr anchor="b"/>
          <a:lstStyle>
            <a:lvl1pPr>
              <a:defRPr sz="2646"/>
            </a:lvl1pPr>
          </a:lstStyle>
          <a:p>
            <a:r>
              <a:rPr lang="en-US"/>
              <a:t>Click to edit Master title style</a:t>
            </a:r>
          </a:p>
        </p:txBody>
      </p:sp>
      <p:sp>
        <p:nvSpPr>
          <p:cNvPr id="3" name="Picture Placeholder 2">
            <a:extLst>
              <a:ext uri="{FF2B5EF4-FFF2-40B4-BE49-F238E27FC236}">
                <a16:creationId xmlns:a16="http://schemas.microsoft.com/office/drawing/2014/main" id="{06E69135-7B82-CB82-6511-D97FA88E6E2C}"/>
              </a:ext>
            </a:extLst>
          </p:cNvPr>
          <p:cNvSpPr>
            <a:spLocks noGrp="1"/>
          </p:cNvSpPr>
          <p:nvPr>
            <p:ph type="pic" idx="1"/>
          </p:nvPr>
        </p:nvSpPr>
        <p:spPr>
          <a:xfrm>
            <a:off x="4285579" y="816455"/>
            <a:ext cx="5103316" cy="4029766"/>
          </a:xfrm>
        </p:spPr>
        <p:txBody>
          <a:bodyPr/>
          <a:lstStyle>
            <a:lvl1pPr marL="0" indent="0">
              <a:buNone/>
              <a:defRPr sz="2646"/>
            </a:lvl1pPr>
            <a:lvl2pPr marL="378013" indent="0">
              <a:buNone/>
              <a:defRPr sz="2315"/>
            </a:lvl2pPr>
            <a:lvl3pPr marL="756026" indent="0">
              <a:buNone/>
              <a:defRPr sz="1984"/>
            </a:lvl3pPr>
            <a:lvl4pPr marL="1134039" indent="0">
              <a:buNone/>
              <a:defRPr sz="1654"/>
            </a:lvl4pPr>
            <a:lvl5pPr marL="1512052" indent="0">
              <a:buNone/>
              <a:defRPr sz="1654"/>
            </a:lvl5pPr>
            <a:lvl6pPr marL="1890065" indent="0">
              <a:buNone/>
              <a:defRPr sz="1654"/>
            </a:lvl6pPr>
            <a:lvl7pPr marL="2268078" indent="0">
              <a:buNone/>
              <a:defRPr sz="1654"/>
            </a:lvl7pPr>
            <a:lvl8pPr marL="2646091" indent="0">
              <a:buNone/>
              <a:defRPr sz="1654"/>
            </a:lvl8pPr>
            <a:lvl9pPr marL="3024104" indent="0">
              <a:buNone/>
              <a:defRPr sz="1654"/>
            </a:lvl9pPr>
          </a:lstStyle>
          <a:p>
            <a:endParaRPr lang="en-US"/>
          </a:p>
        </p:txBody>
      </p:sp>
      <p:sp>
        <p:nvSpPr>
          <p:cNvPr id="4" name="Text Placeholder 3">
            <a:extLst>
              <a:ext uri="{FF2B5EF4-FFF2-40B4-BE49-F238E27FC236}">
                <a16:creationId xmlns:a16="http://schemas.microsoft.com/office/drawing/2014/main" id="{38F8203D-56E9-6B69-588F-B2C1E2091323}"/>
              </a:ext>
            </a:extLst>
          </p:cNvPr>
          <p:cNvSpPr>
            <a:spLocks noGrp="1"/>
          </p:cNvSpPr>
          <p:nvPr>
            <p:ph type="body" sz="half" idx="2"/>
          </p:nvPr>
        </p:nvSpPr>
        <p:spPr>
          <a:xfrm>
            <a:off x="694356" y="1701165"/>
            <a:ext cx="3251264" cy="3151619"/>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n-US"/>
              <a:t>Click to edit Master text styles</a:t>
            </a:r>
          </a:p>
        </p:txBody>
      </p:sp>
      <p:sp>
        <p:nvSpPr>
          <p:cNvPr id="5" name="Date Placeholder 4">
            <a:extLst>
              <a:ext uri="{FF2B5EF4-FFF2-40B4-BE49-F238E27FC236}">
                <a16:creationId xmlns:a16="http://schemas.microsoft.com/office/drawing/2014/main" id="{C7335BF4-8D50-B357-4079-58F881A66DB6}"/>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a:extLst>
              <a:ext uri="{FF2B5EF4-FFF2-40B4-BE49-F238E27FC236}">
                <a16:creationId xmlns:a16="http://schemas.microsoft.com/office/drawing/2014/main" id="{F163EC8A-AFBD-1A5A-2676-D50B4FD0026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6958BE2-91B8-46AC-8B8E-6DC93CA865B8}"/>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62870619"/>
      </p:ext>
    </p:extLst>
  </p:cSld>
  <p:clrMapOvr>
    <a:masterClrMapping/>
  </p:clrMapOvr>
  <p:transition spd="slow">
    <p:circl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438C6-2D49-FCF7-BA7F-5DA2D037C0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EC9578-C708-CF7B-5348-C62878A360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7F71BD-54AE-6AEC-4F2F-BE7C363A625A}"/>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a:extLst>
              <a:ext uri="{FF2B5EF4-FFF2-40B4-BE49-F238E27FC236}">
                <a16:creationId xmlns:a16="http://schemas.microsoft.com/office/drawing/2014/main" id="{62F6A0CB-9A18-3748-F69A-E1585A96CE3D}"/>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a:extLst>
              <a:ext uri="{FF2B5EF4-FFF2-40B4-BE49-F238E27FC236}">
                <a16:creationId xmlns:a16="http://schemas.microsoft.com/office/drawing/2014/main" id="{712461F2-4732-23C0-65FA-04B83CAEF319}"/>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581014506"/>
      </p:ext>
    </p:extLst>
  </p:cSld>
  <p:clrMapOvr>
    <a:masterClrMapping/>
  </p:clrMapOvr>
  <p:transition spd="slow">
    <p:circl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7B8FCC-D454-75FC-9AC3-E2B1FAA8CF6F}"/>
              </a:ext>
            </a:extLst>
          </p:cNvPr>
          <p:cNvSpPr>
            <a:spLocks noGrp="1"/>
          </p:cNvSpPr>
          <p:nvPr>
            <p:ph type="title" orient="vert"/>
          </p:nvPr>
        </p:nvSpPr>
        <p:spPr>
          <a:xfrm>
            <a:off x="7213947" y="301904"/>
            <a:ext cx="2173635" cy="480552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102063-6257-F648-0993-2CB02A8D3D55}"/>
              </a:ext>
            </a:extLst>
          </p:cNvPr>
          <p:cNvSpPr>
            <a:spLocks noGrp="1"/>
          </p:cNvSpPr>
          <p:nvPr>
            <p:ph type="body" orient="vert" idx="1"/>
          </p:nvPr>
        </p:nvSpPr>
        <p:spPr>
          <a:xfrm>
            <a:off x="693043" y="301904"/>
            <a:ext cx="6394896" cy="48055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EAA8F-4930-21C7-7541-96B8435D06C8}"/>
              </a:ext>
            </a:extLst>
          </p:cNvPr>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a:extLst>
              <a:ext uri="{FF2B5EF4-FFF2-40B4-BE49-F238E27FC236}">
                <a16:creationId xmlns:a16="http://schemas.microsoft.com/office/drawing/2014/main" id="{0EE2E237-E6DC-B664-CAFB-E51A0B8A9DBD}"/>
              </a:ext>
            </a:extLst>
          </p:cNvPr>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a:extLst>
              <a:ext uri="{FF2B5EF4-FFF2-40B4-BE49-F238E27FC236}">
                <a16:creationId xmlns:a16="http://schemas.microsoft.com/office/drawing/2014/main" id="{80F7E2EB-9ACC-7FFA-0C20-92A547E59BFC}"/>
              </a:ext>
            </a:extLst>
          </p:cNvPr>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25580256"/>
      </p:ext>
    </p:extLst>
  </p:cSld>
  <p:clrMapOvr>
    <a:masterClrMapping/>
  </p:clrMapOvr>
  <p:transition spd="slow">
    <p:circl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E10E088B-876B-44F5-B173-56C41E383DDC}" type="slidenum">
              <a:t>‹#›</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1331178609"/>
      </p:ext>
    </p:extLst>
  </p:cSld>
  <p:clrMapOvr>
    <a:masterClrMapping/>
  </p:clrMapOvr>
  <p:transition spd="slow">
    <p:circl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7001"/>
            <a:ext cx="10080625" cy="567755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246077" y="1988193"/>
            <a:ext cx="6421881" cy="1361248"/>
          </a:xfrm>
        </p:spPr>
        <p:txBody>
          <a:bodyPr anchor="b">
            <a:noAutofit/>
          </a:bodyPr>
          <a:lstStyle>
            <a:lvl1pPr algn="r">
              <a:defRPr sz="4465">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246077" y="3349439"/>
            <a:ext cx="6421881" cy="906973"/>
          </a:xfrm>
        </p:spPr>
        <p:txBody>
          <a:bodyPr anchor="t"/>
          <a:lstStyle>
            <a:lvl1pPr marL="0" indent="0" algn="r">
              <a:buNone/>
              <a:defRPr>
                <a:solidFill>
                  <a:schemeClr val="tx1">
                    <a:lumMod val="50000"/>
                    <a:lumOff val="50000"/>
                  </a:schemeClr>
                </a:solidFill>
              </a:defRPr>
            </a:lvl1pPr>
            <a:lvl2pPr marL="378013" indent="0" algn="ctr">
              <a:buNone/>
              <a:defRPr>
                <a:solidFill>
                  <a:schemeClr val="tx1">
                    <a:tint val="75000"/>
                  </a:schemeClr>
                </a:solidFill>
              </a:defRPr>
            </a:lvl2pPr>
            <a:lvl3pPr marL="756026" indent="0" algn="ctr">
              <a:buNone/>
              <a:defRPr>
                <a:solidFill>
                  <a:schemeClr val="tx1">
                    <a:tint val="75000"/>
                  </a:schemeClr>
                </a:solidFill>
              </a:defRPr>
            </a:lvl3pPr>
            <a:lvl4pPr marL="1134039" indent="0" algn="ctr">
              <a:buNone/>
              <a:defRPr>
                <a:solidFill>
                  <a:schemeClr val="tx1">
                    <a:tint val="75000"/>
                  </a:schemeClr>
                </a:solidFill>
              </a:defRPr>
            </a:lvl4pPr>
            <a:lvl5pPr marL="1512052" indent="0" algn="ctr">
              <a:buNone/>
              <a:defRPr>
                <a:solidFill>
                  <a:schemeClr val="tx1">
                    <a:tint val="75000"/>
                  </a:schemeClr>
                </a:solidFill>
              </a:defRPr>
            </a:lvl5pPr>
            <a:lvl6pPr marL="1890065" indent="0" algn="ctr">
              <a:buNone/>
              <a:defRPr>
                <a:solidFill>
                  <a:schemeClr val="tx1">
                    <a:tint val="75000"/>
                  </a:schemeClr>
                </a:solidFill>
              </a:defRPr>
            </a:lvl6pPr>
            <a:lvl7pPr marL="2268078" indent="0" algn="ctr">
              <a:buNone/>
              <a:defRPr>
                <a:solidFill>
                  <a:schemeClr val="tx1">
                    <a:tint val="75000"/>
                  </a:schemeClr>
                </a:solidFill>
              </a:defRPr>
            </a:lvl7pPr>
            <a:lvl8pPr marL="2646091" indent="0" algn="ctr">
              <a:buNone/>
              <a:defRPr>
                <a:solidFill>
                  <a:schemeClr val="tx1">
                    <a:tint val="75000"/>
                  </a:schemeClr>
                </a:solidFill>
              </a:defRPr>
            </a:lvl8pPr>
            <a:lvl9pPr marL="3024104"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3262656469"/>
      </p:ext>
    </p:extLst>
  </p:cSld>
  <p:clrMapOvr>
    <a:masterClrMapping/>
  </p:clrMapOvr>
  <p:transition spd="slow">
    <p:circl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976"/>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568878204"/>
      </p:ext>
    </p:extLst>
  </p:cSld>
  <p:clrMapOvr>
    <a:masterClrMapping/>
  </p:clrMapOvr>
  <p:transition spd="slow">
    <p:circl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0036" y="2233217"/>
            <a:ext cx="7107922" cy="1510312"/>
          </a:xfrm>
        </p:spPr>
        <p:txBody>
          <a:bodyPr anchor="b"/>
          <a:lstStyle>
            <a:lvl1pPr algn="l">
              <a:defRPr sz="3307" b="0" cap="none"/>
            </a:lvl1pPr>
          </a:lstStyle>
          <a:p>
            <a:r>
              <a:rPr lang="en-US"/>
              <a:t>Click to edit Master title style</a:t>
            </a:r>
            <a:endParaRPr lang="en-US" dirty="0"/>
          </a:p>
        </p:txBody>
      </p:sp>
      <p:sp>
        <p:nvSpPr>
          <p:cNvPr id="3" name="Text Placeholder 2"/>
          <p:cNvSpPr>
            <a:spLocks noGrp="1"/>
          </p:cNvSpPr>
          <p:nvPr>
            <p:ph type="body" idx="1"/>
          </p:nvPr>
        </p:nvSpPr>
        <p:spPr>
          <a:xfrm>
            <a:off x="560036" y="3743529"/>
            <a:ext cx="7107922" cy="711423"/>
          </a:xfrm>
        </p:spPr>
        <p:txBody>
          <a:bodyPr anchor="t"/>
          <a:lstStyle>
            <a:lvl1pPr marL="0" indent="0" algn="l">
              <a:buNone/>
              <a:defRPr sz="1654">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337333884"/>
      </p:ext>
    </p:extLst>
  </p:cSld>
  <p:clrMapOvr>
    <a:masterClrMapping/>
  </p:clrMapOvr>
  <p:transition spd="slow">
    <p:circl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0036" y="1786487"/>
            <a:ext cx="3459456" cy="32088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08504" y="1786488"/>
            <a:ext cx="3459455" cy="32088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7" name="Slide Number Placeholder 6"/>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733669183"/>
      </p:ext>
    </p:extLst>
  </p:cSld>
  <p:clrMapOvr>
    <a:masterClrMapping/>
  </p:clrMapOvr>
  <p:transition spd="slow">
    <p:circl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58722" y="1786813"/>
            <a:ext cx="3460769" cy="476483"/>
          </a:xfrm>
        </p:spPr>
        <p:txBody>
          <a:bodyPr anchor="b">
            <a:noAutofit/>
          </a:bodyPr>
          <a:lstStyle>
            <a:lvl1pPr marL="0" indent="0">
              <a:buNone/>
              <a:defRPr sz="1984" b="0"/>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4" name="Content Placeholder 3"/>
          <p:cNvSpPr>
            <a:spLocks noGrp="1"/>
          </p:cNvSpPr>
          <p:nvPr>
            <p:ph sz="half" idx="2"/>
          </p:nvPr>
        </p:nvSpPr>
        <p:spPr>
          <a:xfrm>
            <a:off x="558722" y="2263297"/>
            <a:ext cx="3460769" cy="273201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07192" y="1786813"/>
            <a:ext cx="3460765" cy="476483"/>
          </a:xfrm>
        </p:spPr>
        <p:txBody>
          <a:bodyPr anchor="b">
            <a:noAutofit/>
          </a:bodyPr>
          <a:lstStyle>
            <a:lvl1pPr marL="0" indent="0">
              <a:buNone/>
              <a:defRPr sz="1984" b="0"/>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US"/>
              <a:t>Click to edit Master text styles</a:t>
            </a:r>
          </a:p>
        </p:txBody>
      </p:sp>
      <p:sp>
        <p:nvSpPr>
          <p:cNvPr id="6" name="Content Placeholder 5"/>
          <p:cNvSpPr>
            <a:spLocks noGrp="1"/>
          </p:cNvSpPr>
          <p:nvPr>
            <p:ph sz="quarter" idx="4"/>
          </p:nvPr>
        </p:nvSpPr>
        <p:spPr>
          <a:xfrm>
            <a:off x="4207193" y="2263297"/>
            <a:ext cx="3460764" cy="273201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8" name="Footer Placeholder 7"/>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9" name="Slide Number Placeholder 8"/>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225234849"/>
      </p:ext>
    </p:extLst>
  </p:cSld>
  <p:clrMapOvr>
    <a:masterClrMapping/>
  </p:clrMapOvr>
  <p:transition spd="slow">
    <p:circl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60035" y="504049"/>
            <a:ext cx="7107922" cy="1092106"/>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4" name="Footer Placeholder 3"/>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5" name="Slide Number Placeholder 4"/>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3231916820"/>
      </p:ext>
    </p:extLst>
  </p:cSld>
  <p:clrMapOvr>
    <a:masterClrMapping/>
  </p:clrMapOvr>
  <p:transition spd="slow">
    <p:circl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3" name="Footer Placeholder 2"/>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4" name="Slide Number Placeholder 3"/>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840532377"/>
      </p:ext>
    </p:extLst>
  </p:cSld>
  <p:clrMapOvr>
    <a:masterClrMapping/>
  </p:clrMapOvr>
  <p:transition spd="slow">
    <p:circl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5" y="1239123"/>
            <a:ext cx="3187012" cy="1057102"/>
          </a:xfrm>
        </p:spPr>
        <p:txBody>
          <a:bodyPr anchor="b">
            <a:normAutofit/>
          </a:bodyPr>
          <a:lstStyle>
            <a:lvl1pPr>
              <a:defRPr sz="1654"/>
            </a:lvl1pPr>
          </a:lstStyle>
          <a:p>
            <a:r>
              <a:rPr lang="en-US"/>
              <a:t>Click to edit Master title style</a:t>
            </a:r>
            <a:endParaRPr lang="en-US" dirty="0"/>
          </a:p>
        </p:txBody>
      </p:sp>
      <p:sp>
        <p:nvSpPr>
          <p:cNvPr id="3" name="Content Placeholder 2"/>
          <p:cNvSpPr>
            <a:spLocks noGrp="1"/>
          </p:cNvSpPr>
          <p:nvPr>
            <p:ph idx="1"/>
          </p:nvPr>
        </p:nvSpPr>
        <p:spPr>
          <a:xfrm>
            <a:off x="3936059" y="425766"/>
            <a:ext cx="3731899" cy="456954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60035" y="2296225"/>
            <a:ext cx="3187012" cy="2136956"/>
          </a:xfrm>
        </p:spPr>
        <p:txBody>
          <a:bodyPr>
            <a:normAutofit/>
          </a:bodyPr>
          <a:lstStyle>
            <a:lvl1pPr marL="0" indent="0">
              <a:buNone/>
              <a:defRPr sz="1158"/>
            </a:lvl1pPr>
            <a:lvl2pPr marL="377900" indent="0">
              <a:buNone/>
              <a:defRPr sz="1158"/>
            </a:lvl2pPr>
            <a:lvl3pPr marL="755799" indent="0">
              <a:buNone/>
              <a:defRPr sz="992"/>
            </a:lvl3pPr>
            <a:lvl4pPr marL="1133699" indent="0">
              <a:buNone/>
              <a:defRPr sz="827"/>
            </a:lvl4pPr>
            <a:lvl5pPr marL="1511598" indent="0">
              <a:buNone/>
              <a:defRPr sz="827"/>
            </a:lvl5pPr>
            <a:lvl6pPr marL="1889498" indent="0">
              <a:buNone/>
              <a:defRPr sz="827"/>
            </a:lvl6pPr>
            <a:lvl7pPr marL="2267397" indent="0">
              <a:buNone/>
              <a:defRPr sz="827"/>
            </a:lvl7pPr>
            <a:lvl8pPr marL="2645297" indent="0">
              <a:buNone/>
              <a:defRPr sz="827"/>
            </a:lvl8pPr>
            <a:lvl9pPr marL="3023197"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7" name="Slide Number Placeholder 6"/>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986016907"/>
      </p:ext>
    </p:extLst>
  </p:cSld>
  <p:clrMapOvr>
    <a:masterClrMapping/>
  </p:clrMapOvr>
  <p:transition spd="slow">
    <p:circl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6" y="3969385"/>
            <a:ext cx="7107921" cy="468608"/>
          </a:xfrm>
        </p:spPr>
        <p:txBody>
          <a:bodyPr anchor="b">
            <a:normAutofit/>
          </a:bodyPr>
          <a:lstStyle>
            <a:lvl1pPr algn="l">
              <a:defRPr sz="1984"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0035" y="504049"/>
            <a:ext cx="7107922" cy="3179839"/>
          </a:xfrm>
        </p:spPr>
        <p:txBody>
          <a:bodyPr anchor="t">
            <a:normAutofit/>
          </a:bodyPr>
          <a:lstStyle>
            <a:lvl1pPr marL="0" indent="0" algn="ctr">
              <a:buNone/>
              <a:defRPr sz="1323"/>
            </a:lvl1pPr>
            <a:lvl2pPr marL="378013" indent="0">
              <a:buNone/>
              <a:defRPr sz="1323"/>
            </a:lvl2pPr>
            <a:lvl3pPr marL="756026" indent="0">
              <a:buNone/>
              <a:defRPr sz="1323"/>
            </a:lvl3pPr>
            <a:lvl4pPr marL="1134039" indent="0">
              <a:buNone/>
              <a:defRPr sz="1323"/>
            </a:lvl4pPr>
            <a:lvl5pPr marL="1512052" indent="0">
              <a:buNone/>
              <a:defRPr sz="1323"/>
            </a:lvl5pPr>
            <a:lvl6pPr marL="1890065" indent="0">
              <a:buNone/>
              <a:defRPr sz="1323"/>
            </a:lvl6pPr>
            <a:lvl7pPr marL="2268078" indent="0">
              <a:buNone/>
              <a:defRPr sz="1323"/>
            </a:lvl7pPr>
            <a:lvl8pPr marL="2646091" indent="0">
              <a:buNone/>
              <a:defRPr sz="1323"/>
            </a:lvl8pPr>
            <a:lvl9pPr marL="3024104" indent="0">
              <a:buNone/>
              <a:defRPr sz="1323"/>
            </a:lvl9pPr>
          </a:lstStyle>
          <a:p>
            <a:r>
              <a:rPr lang="en-US"/>
              <a:t>Click icon to add picture</a:t>
            </a:r>
            <a:endParaRPr lang="en-US" dirty="0"/>
          </a:p>
        </p:txBody>
      </p:sp>
      <p:sp>
        <p:nvSpPr>
          <p:cNvPr id="4" name="Text Placeholder 3"/>
          <p:cNvSpPr>
            <a:spLocks noGrp="1"/>
          </p:cNvSpPr>
          <p:nvPr>
            <p:ph type="body" sz="half" idx="2"/>
          </p:nvPr>
        </p:nvSpPr>
        <p:spPr>
          <a:xfrm>
            <a:off x="560036" y="4437993"/>
            <a:ext cx="7107921" cy="557318"/>
          </a:xfrm>
        </p:spPr>
        <p:txBody>
          <a:bodyPr>
            <a:normAutofit/>
          </a:bodyPr>
          <a:lstStyle>
            <a:lvl1pPr marL="0" indent="0">
              <a:buNone/>
              <a:defRPr sz="992"/>
            </a:lvl1pPr>
            <a:lvl2pPr marL="378013" indent="0">
              <a:buNone/>
              <a:defRPr sz="992"/>
            </a:lvl2pPr>
            <a:lvl3pPr marL="756026" indent="0">
              <a:buNone/>
              <a:defRPr sz="827"/>
            </a:lvl3pPr>
            <a:lvl4pPr marL="1134039" indent="0">
              <a:buNone/>
              <a:defRPr sz="744"/>
            </a:lvl4pPr>
            <a:lvl5pPr marL="1512052" indent="0">
              <a:buNone/>
              <a:defRPr sz="744"/>
            </a:lvl5pPr>
            <a:lvl6pPr marL="1890065" indent="0">
              <a:buNone/>
              <a:defRPr sz="744"/>
            </a:lvl6pPr>
            <a:lvl7pPr marL="2268078" indent="0">
              <a:buNone/>
              <a:defRPr sz="744"/>
            </a:lvl7pPr>
            <a:lvl8pPr marL="2646091" indent="0">
              <a:buNone/>
              <a:defRPr sz="744"/>
            </a:lvl8pPr>
            <a:lvl9pPr marL="3024104" indent="0">
              <a:buNone/>
              <a:defRPr sz="744"/>
            </a:lvl9pPr>
          </a:lstStyle>
          <a:p>
            <a:pPr lvl="0"/>
            <a:r>
              <a:rPr lang="en-US"/>
              <a:t>Click to edit Master text styles</a:t>
            </a:r>
          </a:p>
        </p:txBody>
      </p:sp>
      <p:sp>
        <p:nvSpPr>
          <p:cNvPr id="5" name="Date Placeholder 4"/>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3187667062"/>
      </p:ext>
    </p:extLst>
  </p:cSld>
  <p:clrMapOvr>
    <a:masterClrMapping/>
  </p:clrMapOvr>
  <p:transition spd="slow">
    <p:circl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60036" y="504049"/>
            <a:ext cx="7107922" cy="2814273"/>
          </a:xfrm>
        </p:spPr>
        <p:txBody>
          <a:bodyPr anchor="ctr">
            <a:normAutofit/>
          </a:bodyPr>
          <a:lstStyle>
            <a:lvl1pPr algn="l">
              <a:defRPr sz="3638" b="0" cap="none"/>
            </a:lvl1pPr>
          </a:lstStyle>
          <a:p>
            <a:r>
              <a:rPr lang="en-US"/>
              <a:t>Click to edit Master title style</a:t>
            </a:r>
            <a:endParaRPr lang="en-US" dirty="0"/>
          </a:p>
        </p:txBody>
      </p:sp>
      <p:sp>
        <p:nvSpPr>
          <p:cNvPr id="3" name="Text Placeholder 2"/>
          <p:cNvSpPr>
            <a:spLocks noGrp="1"/>
          </p:cNvSpPr>
          <p:nvPr>
            <p:ph type="body" idx="1"/>
          </p:nvPr>
        </p:nvSpPr>
        <p:spPr>
          <a:xfrm>
            <a:off x="560036" y="3696358"/>
            <a:ext cx="7107922" cy="1298953"/>
          </a:xfrm>
        </p:spPr>
        <p:txBody>
          <a:bodyPr anchor="ctr">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36278144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9" y="504049"/>
            <a:ext cx="6692415" cy="2499242"/>
          </a:xfrm>
        </p:spPr>
        <p:txBody>
          <a:bodyPr anchor="ctr">
            <a:normAutofit/>
          </a:bodyPr>
          <a:lstStyle>
            <a:lvl1pPr algn="l">
              <a:defRPr sz="3638"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29555" y="3003291"/>
            <a:ext cx="5973402" cy="315031"/>
          </a:xfrm>
        </p:spPr>
        <p:txBody>
          <a:bodyPr anchor="ctr">
            <a:noAutofit/>
          </a:bodyPr>
          <a:lstStyle>
            <a:lvl1pPr marL="0" indent="0">
              <a:buFontTx/>
              <a:buNone/>
              <a:defRPr sz="1323">
                <a:solidFill>
                  <a:schemeClr val="tx1">
                    <a:lumMod val="50000"/>
                    <a:lumOff val="50000"/>
                  </a:schemeClr>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US"/>
              <a:t>Click to edit Master text styles</a:t>
            </a:r>
          </a:p>
        </p:txBody>
      </p:sp>
      <p:sp>
        <p:nvSpPr>
          <p:cNvPr id="3" name="Text Placeholder 2"/>
          <p:cNvSpPr>
            <a:spLocks noGrp="1"/>
          </p:cNvSpPr>
          <p:nvPr>
            <p:ph type="body" idx="1"/>
          </p:nvPr>
        </p:nvSpPr>
        <p:spPr>
          <a:xfrm>
            <a:off x="560036" y="3696358"/>
            <a:ext cx="7107922" cy="1298953"/>
          </a:xfrm>
        </p:spPr>
        <p:txBody>
          <a:bodyPr anchor="ctr">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
        <p:nvSpPr>
          <p:cNvPr id="20" name="TextBox 19"/>
          <p:cNvSpPr txBox="1"/>
          <p:nvPr/>
        </p:nvSpPr>
        <p:spPr>
          <a:xfrm>
            <a:off x="448031" y="653526"/>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7352945" y="2386754"/>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latin typeface="Arial"/>
              </a:rPr>
              <a:t>”</a:t>
            </a:r>
            <a:endParaRPr lang="en-US" sz="1488" dirty="0">
              <a:solidFill>
                <a:schemeClr val="accent1">
                  <a:lumMod val="60000"/>
                  <a:lumOff val="40000"/>
                </a:schemeClr>
              </a:solidFill>
              <a:latin typeface="Arial"/>
            </a:endParaRPr>
          </a:p>
        </p:txBody>
      </p:sp>
    </p:spTree>
    <p:extLst>
      <p:ext uri="{BB962C8B-B14F-4D97-AF65-F5344CB8AC3E}">
        <p14:creationId xmlns:p14="http://schemas.microsoft.com/office/powerpoint/2010/main" val="5634063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60036" y="1597468"/>
            <a:ext cx="7107922" cy="2146061"/>
          </a:xfrm>
        </p:spPr>
        <p:txBody>
          <a:bodyPr anchor="b">
            <a:normAutofit/>
          </a:bodyPr>
          <a:lstStyle>
            <a:lvl1pPr algn="l">
              <a:defRPr sz="3638" b="0" cap="none"/>
            </a:lvl1pPr>
          </a:lstStyle>
          <a:p>
            <a:r>
              <a:rPr lang="en-US"/>
              <a:t>Click to edit Master title style</a:t>
            </a:r>
            <a:endParaRPr lang="en-US" dirty="0"/>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75000"/>
                    <a:lumOff val="25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9557504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0049" y="504049"/>
            <a:ext cx="6692415" cy="2499242"/>
          </a:xfrm>
        </p:spPr>
        <p:txBody>
          <a:bodyPr anchor="ctr">
            <a:normAutofit/>
          </a:bodyPr>
          <a:lstStyle>
            <a:lvl1pPr algn="l">
              <a:defRPr sz="3638"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60034" y="3318322"/>
            <a:ext cx="7107923" cy="425207"/>
          </a:xfrm>
        </p:spPr>
        <p:txBody>
          <a:bodyPr anchor="b">
            <a:noAutofit/>
          </a:bodyPr>
          <a:lstStyle>
            <a:lvl1pPr marL="0" indent="0">
              <a:buFontTx/>
              <a:buNone/>
              <a:defRPr sz="1984">
                <a:solidFill>
                  <a:schemeClr val="tx1">
                    <a:lumMod val="75000"/>
                    <a:lumOff val="25000"/>
                  </a:schemeClr>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US"/>
              <a:t>Click to edit Master text styles</a:t>
            </a:r>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
        <p:nvSpPr>
          <p:cNvPr id="24" name="TextBox 23"/>
          <p:cNvSpPr txBox="1"/>
          <p:nvPr/>
        </p:nvSpPr>
        <p:spPr>
          <a:xfrm>
            <a:off x="448031" y="653526"/>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7352945" y="2386754"/>
            <a:ext cx="504031" cy="483523"/>
          </a:xfrm>
          <a:prstGeom prst="rect">
            <a:avLst/>
          </a:prstGeom>
        </p:spPr>
        <p:txBody>
          <a:bodyPr vert="horz" lIns="75605" tIns="37802" rIns="75605" bIns="37802" rtlCol="0" anchor="ctr">
            <a:noAutofit/>
          </a:bodyPr>
          <a:lstStyle/>
          <a:p>
            <a:pPr lvl="0"/>
            <a:r>
              <a:rPr lang="en-US" sz="6614"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524559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67035" y="504049"/>
            <a:ext cx="7100923" cy="2499242"/>
          </a:xfrm>
        </p:spPr>
        <p:txBody>
          <a:bodyPr anchor="ctr">
            <a:normAutofit/>
          </a:bodyPr>
          <a:lstStyle>
            <a:lvl1pPr algn="l">
              <a:defRPr sz="3638"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60034" y="3318322"/>
            <a:ext cx="7107923" cy="425207"/>
          </a:xfrm>
        </p:spPr>
        <p:txBody>
          <a:bodyPr anchor="b">
            <a:noAutofit/>
          </a:bodyPr>
          <a:lstStyle>
            <a:lvl1pPr marL="0" indent="0">
              <a:buFontTx/>
              <a:buNone/>
              <a:defRPr sz="1984">
                <a:solidFill>
                  <a:schemeClr val="accent1"/>
                </a:solidFill>
              </a:defRPr>
            </a:lvl1pPr>
            <a:lvl2pPr marL="378013" indent="0">
              <a:buFontTx/>
              <a:buNone/>
              <a:defRPr/>
            </a:lvl2pPr>
            <a:lvl3pPr marL="756026" indent="0">
              <a:buFontTx/>
              <a:buNone/>
              <a:defRPr/>
            </a:lvl3pPr>
            <a:lvl4pPr marL="1134039" indent="0">
              <a:buFontTx/>
              <a:buNone/>
              <a:defRPr/>
            </a:lvl4pPr>
            <a:lvl5pPr marL="1512052" indent="0">
              <a:buFontTx/>
              <a:buNone/>
              <a:defRPr/>
            </a:lvl5pPr>
          </a:lstStyle>
          <a:p>
            <a:pPr lvl="0"/>
            <a:r>
              <a:rPr lang="en-US"/>
              <a:t>Click to edit Master text styles</a:t>
            </a:r>
          </a:p>
        </p:txBody>
      </p:sp>
      <p:sp>
        <p:nvSpPr>
          <p:cNvPr id="3" name="Text Placeholder 2"/>
          <p:cNvSpPr>
            <a:spLocks noGrp="1"/>
          </p:cNvSpPr>
          <p:nvPr>
            <p:ph type="body" idx="1"/>
          </p:nvPr>
        </p:nvSpPr>
        <p:spPr>
          <a:xfrm>
            <a:off x="560036" y="3743529"/>
            <a:ext cx="7107922" cy="1251783"/>
          </a:xfrm>
        </p:spPr>
        <p:txBody>
          <a:bodyPr anchor="t">
            <a:normAutofit/>
          </a:bodyPr>
          <a:lstStyle>
            <a:lvl1pPr marL="0" indent="0" algn="l">
              <a:buNone/>
              <a:defRPr sz="1488">
                <a:solidFill>
                  <a:schemeClr val="tx1">
                    <a:lumMod val="50000"/>
                    <a:lumOff val="50000"/>
                  </a:schemeClr>
                </a:solidFill>
              </a:defRPr>
            </a:lvl1pPr>
            <a:lvl2pPr marL="378013" indent="0">
              <a:buNone/>
              <a:defRPr sz="1488">
                <a:solidFill>
                  <a:schemeClr val="tx1">
                    <a:tint val="75000"/>
                  </a:schemeClr>
                </a:solidFill>
              </a:defRPr>
            </a:lvl2pPr>
            <a:lvl3pPr marL="756026" indent="0">
              <a:buNone/>
              <a:defRPr sz="1323">
                <a:solidFill>
                  <a:schemeClr val="tx1">
                    <a:tint val="75000"/>
                  </a:schemeClr>
                </a:solidFill>
              </a:defRPr>
            </a:lvl3pPr>
            <a:lvl4pPr marL="1134039" indent="0">
              <a:buNone/>
              <a:defRPr sz="1158">
                <a:solidFill>
                  <a:schemeClr val="tx1">
                    <a:tint val="75000"/>
                  </a:schemeClr>
                </a:solidFill>
              </a:defRPr>
            </a:lvl4pPr>
            <a:lvl5pPr marL="1512052" indent="0">
              <a:buNone/>
              <a:defRPr sz="1158">
                <a:solidFill>
                  <a:schemeClr val="tx1">
                    <a:tint val="75000"/>
                  </a:schemeClr>
                </a:solidFill>
              </a:defRPr>
            </a:lvl5pPr>
            <a:lvl6pPr marL="1890065" indent="0">
              <a:buNone/>
              <a:defRPr sz="1158">
                <a:solidFill>
                  <a:schemeClr val="tx1">
                    <a:tint val="75000"/>
                  </a:schemeClr>
                </a:solidFill>
              </a:defRPr>
            </a:lvl6pPr>
            <a:lvl7pPr marL="2268078" indent="0">
              <a:buNone/>
              <a:defRPr sz="1158">
                <a:solidFill>
                  <a:schemeClr val="tx1">
                    <a:tint val="75000"/>
                  </a:schemeClr>
                </a:solidFill>
              </a:defRPr>
            </a:lvl7pPr>
            <a:lvl8pPr marL="2646091" indent="0">
              <a:buNone/>
              <a:defRPr sz="1158">
                <a:solidFill>
                  <a:schemeClr val="tx1">
                    <a:tint val="75000"/>
                  </a:schemeClr>
                </a:solidFill>
              </a:defRPr>
            </a:lvl8pPr>
            <a:lvl9pPr marL="3024104" indent="0">
              <a:buNone/>
              <a:defRPr sz="11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8171844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2199022976"/>
      </p:ext>
    </p:extLst>
  </p:cSld>
  <p:clrMapOvr>
    <a:masterClrMapping/>
  </p:clrMapOvr>
  <p:transition spd="slow">
    <p:circl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7855" y="504048"/>
            <a:ext cx="1078791" cy="434217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60036" y="504049"/>
            <a:ext cx="5837494" cy="43421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11"/>
          </p:nvPr>
        </p:nvSpPr>
        <p:spPr/>
        <p:txBody>
          <a:body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12"/>
          </p:nvPr>
        </p:nvSpPr>
        <p:spPr/>
        <p:txBody>
          <a:body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4200206762"/>
      </p:ext>
    </p:extLst>
  </p:cSld>
  <p:clrMapOvr>
    <a:masterClrMapping/>
  </p:clrMapOvr>
  <p:transition spd="slow">
    <p:circl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E10E088B-876B-44F5-B173-56C41E383DDC}" type="slidenum">
              <a:t>‹#›</a:t>
            </a:fld>
            <a:endParaRPr/>
          </a:p>
        </p:txBody>
      </p:sp>
      <p:sp>
        <p:nvSpPr>
          <p:cNvPr id="3" name="PlaceHolder 5"/>
          <p:cNvSpPr>
            <a:spLocks noGrp="1"/>
          </p:cNvSpPr>
          <p:nvPr>
            <p:ph type="dt" idx="1"/>
          </p:nvPr>
        </p:nvSpPr>
        <p:spPr/>
        <p:txBody>
          <a:bodyPr/>
          <a:lstStyle/>
          <a:p>
            <a:endParaRPr/>
          </a:p>
        </p:txBody>
      </p:sp>
    </p:spTree>
    <p:extLst>
      <p:ext uri="{BB962C8B-B14F-4D97-AF65-F5344CB8AC3E}">
        <p14:creationId xmlns:p14="http://schemas.microsoft.com/office/powerpoint/2010/main" val="3283447223"/>
      </p:ext>
    </p:extLst>
  </p:cSld>
  <p:clrMapOvr>
    <a:masterClrMapping/>
  </p:clrMapOvr>
  <p:transition spd="slow">
    <p:circl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669808"/>
            <a:ext cx="10080625" cy="339500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cstate="print">
            <a:extLst>
              <a:ext uri="{28A0092B-C50C-407E-A947-70E740481C1C}">
                <a14:useLocalDpi xmlns:a14="http://schemas.microsoft.com/office/drawing/2010/main" val="0"/>
              </a:ext>
            </a:extLst>
          </a:blip>
          <a:srcRect t="1538" b="-1538"/>
          <a:stretch/>
        </p:blipFill>
        <p:spPr bwMode="black">
          <a:xfrm>
            <a:off x="0" y="5065691"/>
            <a:ext cx="10080625" cy="614310"/>
          </a:xfrm>
          <a:prstGeom prst="rect">
            <a:avLst/>
          </a:prstGeom>
        </p:spPr>
      </p:pic>
      <p:sp>
        <p:nvSpPr>
          <p:cNvPr id="2" name="Title Placeholder 1"/>
          <p:cNvSpPr>
            <a:spLocks noGrp="1"/>
          </p:cNvSpPr>
          <p:nvPr>
            <p:ph type="title"/>
          </p:nvPr>
        </p:nvSpPr>
        <p:spPr>
          <a:xfrm>
            <a:off x="1200199" y="665218"/>
            <a:ext cx="7940208" cy="86756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00199" y="1666712"/>
            <a:ext cx="7940208" cy="28531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45935" y="273168"/>
            <a:ext cx="2894471" cy="255663"/>
          </a:xfrm>
          <a:prstGeom prst="rect">
            <a:avLst/>
          </a:prstGeom>
        </p:spPr>
        <p:txBody>
          <a:bodyPr vert="horz" lIns="91440" tIns="45720" rIns="91440" bIns="45720" rtlCol="0" anchor="ctr"/>
          <a:lstStyle>
            <a:lvl1pPr algn="r">
              <a:defRPr sz="827">
                <a:solidFill>
                  <a:schemeClr val="tx1">
                    <a:tint val="75000"/>
                  </a:schemeClr>
                </a:solidFill>
              </a:defRPr>
            </a:lvl1p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3"/>
          </p:nvPr>
        </p:nvSpPr>
        <p:spPr>
          <a:xfrm>
            <a:off x="1200199" y="272289"/>
            <a:ext cx="4910366" cy="255663"/>
          </a:xfrm>
          <a:prstGeom prst="rect">
            <a:avLst/>
          </a:prstGeom>
        </p:spPr>
        <p:txBody>
          <a:bodyPr vert="horz" lIns="91440" tIns="45720" rIns="91440" bIns="45720" rtlCol="0" anchor="ctr"/>
          <a:lstStyle>
            <a:lvl1pPr algn="l">
              <a:defRPr sz="827">
                <a:solidFill>
                  <a:schemeClr val="tx1">
                    <a:tint val="75000"/>
                  </a:schemeClr>
                </a:solidFill>
              </a:defRPr>
            </a:lvl1p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4"/>
          </p:nvPr>
        </p:nvSpPr>
        <p:spPr>
          <a:xfrm>
            <a:off x="396925" y="660633"/>
            <a:ext cx="670569" cy="416384"/>
          </a:xfrm>
          <a:prstGeom prst="rect">
            <a:avLst/>
          </a:prstGeom>
        </p:spPr>
        <p:txBody>
          <a:bodyPr vert="horz" lIns="91440" tIns="45720" rIns="91440" bIns="45720" rtlCol="0" anchor="t"/>
          <a:lstStyle>
            <a:lvl1pPr algn="r">
              <a:defRPr sz="2315">
                <a:solidFill>
                  <a:schemeClr val="accent1"/>
                </a:solidFill>
              </a:defRPr>
            </a:lvl1p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cxnSp>
        <p:nvCxnSpPr>
          <p:cNvPr id="10" name="Straight Connector 9"/>
          <p:cNvCxnSpPr/>
          <p:nvPr/>
        </p:nvCxnSpPr>
        <p:spPr>
          <a:xfrm>
            <a:off x="0" y="5067290"/>
            <a:ext cx="100806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01714"/>
      </p:ext>
    </p:extLst>
  </p:cSld>
  <p:clrMap bg1="lt1" tx1="dk1" bg2="lt2" tx2="dk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Lst>
  <p:transition spd="slow">
    <p:circle/>
  </p:transition>
  <p:txStyles>
    <p:titleStyle>
      <a:lvl1pPr algn="l" defTabSz="756026" rtl="0" eaLnBrk="1" latinLnBrk="0" hangingPunct="1">
        <a:lnSpc>
          <a:spcPct val="90000"/>
        </a:lnSpc>
        <a:spcBef>
          <a:spcPct val="0"/>
        </a:spcBef>
        <a:buNone/>
        <a:defRPr sz="2646" b="0" i="0" kern="1200" cap="all">
          <a:solidFill>
            <a:schemeClr val="tx1"/>
          </a:solidFill>
          <a:effectLst/>
          <a:latin typeface="+mj-lt"/>
          <a:ea typeface="+mj-ea"/>
          <a:cs typeface="+mj-cs"/>
        </a:defRPr>
      </a:lvl1pPr>
    </p:titleStyle>
    <p:bodyStyle>
      <a:lvl1pPr marL="189006" indent="-189006" algn="l" defTabSz="756026" rtl="0" eaLnBrk="1" latinLnBrk="0" hangingPunct="1">
        <a:lnSpc>
          <a:spcPct val="120000"/>
        </a:lnSpc>
        <a:spcBef>
          <a:spcPts val="827"/>
        </a:spcBef>
        <a:buClr>
          <a:schemeClr val="accent1"/>
        </a:buClr>
        <a:buSzPct val="100000"/>
        <a:buFont typeface="Arial" panose="020B0604020202020204" pitchFamily="34" charset="0"/>
        <a:buChar char="•"/>
        <a:defRPr sz="1654" kern="1200">
          <a:solidFill>
            <a:schemeClr val="tx1"/>
          </a:solidFill>
          <a:effectLst/>
          <a:latin typeface="+mn-lt"/>
          <a:ea typeface="+mn-ea"/>
          <a:cs typeface="+mn-cs"/>
        </a:defRPr>
      </a:lvl1pPr>
      <a:lvl2pPr marL="567019"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1488" kern="1200" cap="none" baseline="0">
          <a:solidFill>
            <a:schemeClr val="tx1"/>
          </a:solidFill>
          <a:effectLst/>
          <a:latin typeface="+mn-lt"/>
          <a:ea typeface="+mn-ea"/>
          <a:cs typeface="+mn-cs"/>
        </a:defRPr>
      </a:lvl2pPr>
      <a:lvl3pPr marL="945032"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1323" kern="1200">
          <a:solidFill>
            <a:schemeClr val="tx1"/>
          </a:solidFill>
          <a:effectLst/>
          <a:latin typeface="+mn-lt"/>
          <a:ea typeface="+mn-ea"/>
          <a:cs typeface="+mn-cs"/>
        </a:defRPr>
      </a:lvl3pPr>
      <a:lvl4pPr marL="1323045"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1158" kern="1200" cap="none" baseline="0">
          <a:solidFill>
            <a:schemeClr val="tx1"/>
          </a:solidFill>
          <a:effectLst/>
          <a:latin typeface="+mn-lt"/>
          <a:ea typeface="+mn-ea"/>
          <a:cs typeface="+mn-cs"/>
        </a:defRPr>
      </a:lvl4pPr>
      <a:lvl5pPr marL="1701058"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992" kern="1200">
          <a:solidFill>
            <a:schemeClr val="tx1"/>
          </a:solidFill>
          <a:effectLst/>
          <a:latin typeface="+mn-lt"/>
          <a:ea typeface="+mn-ea"/>
          <a:cs typeface="+mn-cs"/>
        </a:defRPr>
      </a:lvl5pPr>
      <a:lvl6pPr marL="2079071"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992" kern="1200">
          <a:solidFill>
            <a:schemeClr val="tx1"/>
          </a:solidFill>
          <a:effectLst/>
          <a:latin typeface="+mn-lt"/>
          <a:ea typeface="+mn-ea"/>
          <a:cs typeface="+mn-cs"/>
        </a:defRPr>
      </a:lvl6pPr>
      <a:lvl7pPr marL="2457084"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992" kern="1200">
          <a:solidFill>
            <a:schemeClr val="tx1"/>
          </a:solidFill>
          <a:effectLst/>
          <a:latin typeface="+mn-lt"/>
          <a:ea typeface="+mn-ea"/>
          <a:cs typeface="+mn-cs"/>
        </a:defRPr>
      </a:lvl7pPr>
      <a:lvl8pPr marL="2835097"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992" kern="1200" baseline="0">
          <a:solidFill>
            <a:schemeClr val="tx1"/>
          </a:solidFill>
          <a:effectLst/>
          <a:latin typeface="+mn-lt"/>
          <a:ea typeface="+mn-ea"/>
          <a:cs typeface="+mn-cs"/>
        </a:defRPr>
      </a:lvl8pPr>
      <a:lvl9pPr marL="3213110" indent="-189006" algn="l" defTabSz="756026" rtl="0" eaLnBrk="1" latinLnBrk="0" hangingPunct="1">
        <a:lnSpc>
          <a:spcPct val="120000"/>
        </a:lnSpc>
        <a:spcBef>
          <a:spcPts val="413"/>
        </a:spcBef>
        <a:buClr>
          <a:schemeClr val="accent1"/>
        </a:buClr>
        <a:buSzPct val="100000"/>
        <a:buFont typeface="Arial" panose="020B0604020202020204" pitchFamily="34" charset="0"/>
        <a:buChar char="•"/>
        <a:defRPr sz="992" kern="1200" baseline="0">
          <a:solidFill>
            <a:schemeClr val="tx1"/>
          </a:solidFill>
          <a:effectLst/>
          <a:latin typeface="+mn-lt"/>
          <a:ea typeface="+mn-ea"/>
          <a:cs typeface="+mn-cs"/>
        </a:defRPr>
      </a:lvl9pPr>
    </p:bodyStyle>
    <p:otherStyle>
      <a:defPPr>
        <a:defRPr lang="en-US"/>
      </a:defPPr>
      <a:lvl1pPr marL="0" algn="l" defTabSz="756026" rtl="0" eaLnBrk="1" latinLnBrk="0" hangingPunct="1">
        <a:defRPr sz="1488" kern="1200">
          <a:solidFill>
            <a:schemeClr val="tx1"/>
          </a:solidFill>
          <a:latin typeface="+mn-lt"/>
          <a:ea typeface="+mn-ea"/>
          <a:cs typeface="+mn-cs"/>
        </a:defRPr>
      </a:lvl1pPr>
      <a:lvl2pPr marL="378013" algn="l" defTabSz="756026" rtl="0" eaLnBrk="1" latinLnBrk="0" hangingPunct="1">
        <a:defRPr sz="1488" kern="1200">
          <a:solidFill>
            <a:schemeClr val="tx1"/>
          </a:solidFill>
          <a:latin typeface="+mn-lt"/>
          <a:ea typeface="+mn-ea"/>
          <a:cs typeface="+mn-cs"/>
        </a:defRPr>
      </a:lvl2pPr>
      <a:lvl3pPr marL="756026" algn="l" defTabSz="756026" rtl="0" eaLnBrk="1" latinLnBrk="0" hangingPunct="1">
        <a:defRPr sz="1488" kern="1200">
          <a:solidFill>
            <a:schemeClr val="tx1"/>
          </a:solidFill>
          <a:latin typeface="+mn-lt"/>
          <a:ea typeface="+mn-ea"/>
          <a:cs typeface="+mn-cs"/>
        </a:defRPr>
      </a:lvl3pPr>
      <a:lvl4pPr marL="1134039" algn="l" defTabSz="756026" rtl="0" eaLnBrk="1" latinLnBrk="0" hangingPunct="1">
        <a:defRPr sz="1488" kern="1200">
          <a:solidFill>
            <a:schemeClr val="tx1"/>
          </a:solidFill>
          <a:latin typeface="+mn-lt"/>
          <a:ea typeface="+mn-ea"/>
          <a:cs typeface="+mn-cs"/>
        </a:defRPr>
      </a:lvl4pPr>
      <a:lvl5pPr marL="1512052" algn="l" defTabSz="756026" rtl="0" eaLnBrk="1" latinLnBrk="0" hangingPunct="1">
        <a:defRPr sz="1488" kern="1200">
          <a:solidFill>
            <a:schemeClr val="tx1"/>
          </a:solidFill>
          <a:latin typeface="+mn-lt"/>
          <a:ea typeface="+mn-ea"/>
          <a:cs typeface="+mn-cs"/>
        </a:defRPr>
      </a:lvl5pPr>
      <a:lvl6pPr marL="1890065" algn="l" defTabSz="756026" rtl="0" eaLnBrk="1" latinLnBrk="0" hangingPunct="1">
        <a:defRPr sz="1488" kern="1200">
          <a:solidFill>
            <a:schemeClr val="tx1"/>
          </a:solidFill>
          <a:latin typeface="+mn-lt"/>
          <a:ea typeface="+mn-ea"/>
          <a:cs typeface="+mn-cs"/>
        </a:defRPr>
      </a:lvl6pPr>
      <a:lvl7pPr marL="2268078" algn="l" defTabSz="756026" rtl="0" eaLnBrk="1" latinLnBrk="0" hangingPunct="1">
        <a:defRPr sz="1488" kern="1200">
          <a:solidFill>
            <a:schemeClr val="tx1"/>
          </a:solidFill>
          <a:latin typeface="+mn-lt"/>
          <a:ea typeface="+mn-ea"/>
          <a:cs typeface="+mn-cs"/>
        </a:defRPr>
      </a:lvl7pPr>
      <a:lvl8pPr marL="2646091" algn="l" defTabSz="756026" rtl="0" eaLnBrk="1" latinLnBrk="0" hangingPunct="1">
        <a:defRPr sz="1488" kern="1200">
          <a:solidFill>
            <a:schemeClr val="tx1"/>
          </a:solidFill>
          <a:latin typeface="+mn-lt"/>
          <a:ea typeface="+mn-ea"/>
          <a:cs typeface="+mn-cs"/>
        </a:defRPr>
      </a:lvl8pPr>
      <a:lvl9pPr marL="3024104" algn="l" defTabSz="756026" rtl="0" eaLnBrk="1" latinLnBrk="0" hangingPunct="1">
        <a:defRPr sz="148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86B726-A084-AF26-AA11-485D156B29DC}"/>
              </a:ext>
            </a:extLst>
          </p:cNvPr>
          <p:cNvSpPr>
            <a:spLocks noGrp="1"/>
          </p:cNvSpPr>
          <p:nvPr>
            <p:ph type="title"/>
          </p:nvPr>
        </p:nvSpPr>
        <p:spPr>
          <a:xfrm>
            <a:off x="693043" y="301905"/>
            <a:ext cx="8694539" cy="10960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87B672-2CB9-5A68-475B-7C329AFD52A9}"/>
              </a:ext>
            </a:extLst>
          </p:cNvPr>
          <p:cNvSpPr>
            <a:spLocks noGrp="1"/>
          </p:cNvSpPr>
          <p:nvPr>
            <p:ph type="body" idx="1"/>
          </p:nvPr>
        </p:nvSpPr>
        <p:spPr>
          <a:xfrm>
            <a:off x="693043" y="1509521"/>
            <a:ext cx="8694539" cy="35979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FB68D-5814-F0CE-61AB-F4ABEB0BE9F2}"/>
              </a:ext>
            </a:extLst>
          </p:cNvPr>
          <p:cNvSpPr>
            <a:spLocks noGrp="1"/>
          </p:cNvSpPr>
          <p:nvPr>
            <p:ph type="dt" sz="half" idx="2"/>
          </p:nvPr>
        </p:nvSpPr>
        <p:spPr>
          <a:xfrm>
            <a:off x="693043" y="5255760"/>
            <a:ext cx="2268141" cy="301904"/>
          </a:xfrm>
          <a:prstGeom prst="rect">
            <a:avLst/>
          </a:prstGeom>
        </p:spPr>
        <p:txBody>
          <a:bodyPr vert="horz" lIns="91440" tIns="45720" rIns="91440" bIns="45720" rtlCol="0" anchor="ctr"/>
          <a:lstStyle>
            <a:lvl1pPr algn="l">
              <a:defRPr sz="992">
                <a:solidFill>
                  <a:schemeClr val="tx1">
                    <a:tint val="82000"/>
                  </a:schemeClr>
                </a:solidFill>
              </a:defRPr>
            </a:lvl1pPr>
          </a:lstStyle>
          <a:p>
            <a:pPr indent="0">
              <a:buNone/>
            </a:pPr>
            <a:r>
              <a:rPr lang="en-US" sz="1400" b="0" u="none" strike="noStrike">
                <a:solidFill>
                  <a:srgbClr val="000000"/>
                </a:solidFill>
                <a:uFillTx/>
                <a:latin typeface="Times New Roman"/>
              </a:rPr>
              <a:t>&lt;date/time&gt;</a:t>
            </a:r>
          </a:p>
        </p:txBody>
      </p:sp>
      <p:sp>
        <p:nvSpPr>
          <p:cNvPr id="5" name="Footer Placeholder 4">
            <a:extLst>
              <a:ext uri="{FF2B5EF4-FFF2-40B4-BE49-F238E27FC236}">
                <a16:creationId xmlns:a16="http://schemas.microsoft.com/office/drawing/2014/main" id="{2A73A404-2606-2983-4834-566BCDF65840}"/>
              </a:ext>
            </a:extLst>
          </p:cNvPr>
          <p:cNvSpPr>
            <a:spLocks noGrp="1"/>
          </p:cNvSpPr>
          <p:nvPr>
            <p:ph type="ftr" sz="quarter" idx="3"/>
          </p:nvPr>
        </p:nvSpPr>
        <p:spPr>
          <a:xfrm>
            <a:off x="3339207" y="5255760"/>
            <a:ext cx="3402211" cy="301904"/>
          </a:xfrm>
          <a:prstGeom prst="rect">
            <a:avLst/>
          </a:prstGeom>
        </p:spPr>
        <p:txBody>
          <a:bodyPr vert="horz" lIns="91440" tIns="45720" rIns="91440" bIns="45720" rtlCol="0" anchor="ctr"/>
          <a:lstStyle>
            <a:lvl1pPr algn="ctr">
              <a:defRPr sz="992">
                <a:solidFill>
                  <a:schemeClr val="tx1">
                    <a:tint val="82000"/>
                  </a:schemeClr>
                </a:solidFill>
              </a:defRPr>
            </a:lvl1pPr>
          </a:lstStyle>
          <a:p>
            <a:pPr indent="0" algn="ctr">
              <a:buNone/>
            </a:pPr>
            <a:r>
              <a:rPr lang="en-US" sz="1400" b="0" u="none" strike="noStrike">
                <a:solidFill>
                  <a:srgbClr val="000000"/>
                </a:solidFill>
                <a:uFillTx/>
                <a:latin typeface="Times New Roman"/>
              </a:rPr>
              <a:t>&lt;footer&gt;</a:t>
            </a:r>
          </a:p>
        </p:txBody>
      </p:sp>
      <p:sp>
        <p:nvSpPr>
          <p:cNvPr id="6" name="Slide Number Placeholder 5">
            <a:extLst>
              <a:ext uri="{FF2B5EF4-FFF2-40B4-BE49-F238E27FC236}">
                <a16:creationId xmlns:a16="http://schemas.microsoft.com/office/drawing/2014/main" id="{F2595A0F-EC57-8FCD-6065-9042869B77FB}"/>
              </a:ext>
            </a:extLst>
          </p:cNvPr>
          <p:cNvSpPr>
            <a:spLocks noGrp="1"/>
          </p:cNvSpPr>
          <p:nvPr>
            <p:ph type="sldNum" sz="quarter" idx="4"/>
          </p:nvPr>
        </p:nvSpPr>
        <p:spPr>
          <a:xfrm>
            <a:off x="7119441" y="5255760"/>
            <a:ext cx="2268141" cy="301904"/>
          </a:xfrm>
          <a:prstGeom prst="rect">
            <a:avLst/>
          </a:prstGeom>
        </p:spPr>
        <p:txBody>
          <a:bodyPr vert="horz" lIns="91440" tIns="45720" rIns="91440" bIns="45720" rtlCol="0" anchor="ctr"/>
          <a:lstStyle>
            <a:lvl1pPr algn="r">
              <a:defRPr sz="992">
                <a:solidFill>
                  <a:schemeClr val="tx1">
                    <a:tint val="82000"/>
                  </a:schemeClr>
                </a:solidFill>
              </a:defRPr>
            </a:lvl1p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16933778"/>
      </p:ext>
    </p:extLst>
  </p:cSld>
  <p:clrMap bg1="lt1" tx1="dk1" bg2="lt2" tx2="dk2" accent1="accent1" accent2="accent2" accent3="accent3" accent4="accent4" accent5="accent5" accent6="accent6" hlink="hlink" folHlink="folHlink"/>
  <p:sldLayoutIdLst>
    <p:sldLayoutId id="2147484268" r:id="rId1"/>
    <p:sldLayoutId id="2147484269" r:id="rId2"/>
    <p:sldLayoutId id="2147484270" r:id="rId3"/>
    <p:sldLayoutId id="2147484271" r:id="rId4"/>
    <p:sldLayoutId id="2147484272" r:id="rId5"/>
    <p:sldLayoutId id="2147484273" r:id="rId6"/>
    <p:sldLayoutId id="2147484274" r:id="rId7"/>
    <p:sldLayoutId id="2147484275" r:id="rId8"/>
    <p:sldLayoutId id="2147484276" r:id="rId9"/>
    <p:sldLayoutId id="2147484277" r:id="rId10"/>
    <p:sldLayoutId id="2147484278" r:id="rId11"/>
    <p:sldLayoutId id="2147484279" r:id="rId12"/>
  </p:sldLayoutIdLst>
  <p:transition spd="slow">
    <p:circle/>
  </p:transition>
  <p:txStyles>
    <p:titleStyle>
      <a:lvl1pPr algn="l" defTabSz="756026"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06" indent="-189006" algn="l" defTabSz="756026"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19" indent="-189006" algn="l" defTabSz="756026"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5032" indent="-189006" algn="l" defTabSz="756026"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045"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058"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071"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084"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097"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110"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026" rtl="0" eaLnBrk="1" latinLnBrk="0" hangingPunct="1">
        <a:defRPr sz="1488" kern="1200">
          <a:solidFill>
            <a:schemeClr val="tx1"/>
          </a:solidFill>
          <a:latin typeface="+mn-lt"/>
          <a:ea typeface="+mn-ea"/>
          <a:cs typeface="+mn-cs"/>
        </a:defRPr>
      </a:lvl1pPr>
      <a:lvl2pPr marL="378013" algn="l" defTabSz="756026" rtl="0" eaLnBrk="1" latinLnBrk="0" hangingPunct="1">
        <a:defRPr sz="1488" kern="1200">
          <a:solidFill>
            <a:schemeClr val="tx1"/>
          </a:solidFill>
          <a:latin typeface="+mn-lt"/>
          <a:ea typeface="+mn-ea"/>
          <a:cs typeface="+mn-cs"/>
        </a:defRPr>
      </a:lvl2pPr>
      <a:lvl3pPr marL="756026" algn="l" defTabSz="756026" rtl="0" eaLnBrk="1" latinLnBrk="0" hangingPunct="1">
        <a:defRPr sz="1488" kern="1200">
          <a:solidFill>
            <a:schemeClr val="tx1"/>
          </a:solidFill>
          <a:latin typeface="+mn-lt"/>
          <a:ea typeface="+mn-ea"/>
          <a:cs typeface="+mn-cs"/>
        </a:defRPr>
      </a:lvl3pPr>
      <a:lvl4pPr marL="1134039" algn="l" defTabSz="756026" rtl="0" eaLnBrk="1" latinLnBrk="0" hangingPunct="1">
        <a:defRPr sz="1488" kern="1200">
          <a:solidFill>
            <a:schemeClr val="tx1"/>
          </a:solidFill>
          <a:latin typeface="+mn-lt"/>
          <a:ea typeface="+mn-ea"/>
          <a:cs typeface="+mn-cs"/>
        </a:defRPr>
      </a:lvl4pPr>
      <a:lvl5pPr marL="1512052" algn="l" defTabSz="756026" rtl="0" eaLnBrk="1" latinLnBrk="0" hangingPunct="1">
        <a:defRPr sz="1488" kern="1200">
          <a:solidFill>
            <a:schemeClr val="tx1"/>
          </a:solidFill>
          <a:latin typeface="+mn-lt"/>
          <a:ea typeface="+mn-ea"/>
          <a:cs typeface="+mn-cs"/>
        </a:defRPr>
      </a:lvl5pPr>
      <a:lvl6pPr marL="1890065" algn="l" defTabSz="756026" rtl="0" eaLnBrk="1" latinLnBrk="0" hangingPunct="1">
        <a:defRPr sz="1488" kern="1200">
          <a:solidFill>
            <a:schemeClr val="tx1"/>
          </a:solidFill>
          <a:latin typeface="+mn-lt"/>
          <a:ea typeface="+mn-ea"/>
          <a:cs typeface="+mn-cs"/>
        </a:defRPr>
      </a:lvl6pPr>
      <a:lvl7pPr marL="2268078" algn="l" defTabSz="756026" rtl="0" eaLnBrk="1" latinLnBrk="0" hangingPunct="1">
        <a:defRPr sz="1488" kern="1200">
          <a:solidFill>
            <a:schemeClr val="tx1"/>
          </a:solidFill>
          <a:latin typeface="+mn-lt"/>
          <a:ea typeface="+mn-ea"/>
          <a:cs typeface="+mn-cs"/>
        </a:defRPr>
      </a:lvl7pPr>
      <a:lvl8pPr marL="2646091" algn="l" defTabSz="756026" rtl="0" eaLnBrk="1" latinLnBrk="0" hangingPunct="1">
        <a:defRPr sz="1488" kern="1200">
          <a:solidFill>
            <a:schemeClr val="tx1"/>
          </a:solidFill>
          <a:latin typeface="+mn-lt"/>
          <a:ea typeface="+mn-ea"/>
          <a:cs typeface="+mn-cs"/>
        </a:defRPr>
      </a:lvl8pPr>
      <a:lvl9pPr marL="3024104" algn="l" defTabSz="756026" rtl="0" eaLnBrk="1" latinLnBrk="0" hangingPunct="1">
        <a:defRPr sz="148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7001"/>
            <a:ext cx="10080625" cy="567755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60035" y="504049"/>
            <a:ext cx="7107922" cy="109210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60035" y="1786488"/>
            <a:ext cx="7107922" cy="32088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57370" y="4995312"/>
            <a:ext cx="754012" cy="301904"/>
          </a:xfrm>
          <a:prstGeom prst="rect">
            <a:avLst/>
          </a:prstGeom>
        </p:spPr>
        <p:txBody>
          <a:bodyPr vert="horz" lIns="91440" tIns="45720" rIns="91440" bIns="45720" rtlCol="0" anchor="ctr"/>
          <a:lstStyle>
            <a:lvl1pPr algn="r">
              <a:defRPr sz="744">
                <a:solidFill>
                  <a:schemeClr val="tx1">
                    <a:tint val="75000"/>
                  </a:schemeClr>
                </a:solidFill>
              </a:defRPr>
            </a:lvl1pPr>
          </a:lstStyle>
          <a:p>
            <a:pPr indent="0">
              <a:buNone/>
            </a:pPr>
            <a:r>
              <a:rPr lang="en-US" sz="1400" b="0" u="none" strike="noStrike">
                <a:solidFill>
                  <a:srgbClr val="000000"/>
                </a:solidFill>
                <a:uFillTx/>
                <a:latin typeface="Times New Roman"/>
              </a:rPr>
              <a:t>&lt;date/time&gt;</a:t>
            </a:r>
          </a:p>
        </p:txBody>
      </p:sp>
      <p:sp>
        <p:nvSpPr>
          <p:cNvPr id="5" name="Footer Placeholder 4"/>
          <p:cNvSpPr>
            <a:spLocks noGrp="1"/>
          </p:cNvSpPr>
          <p:nvPr>
            <p:ph type="ftr" sz="quarter" idx="3"/>
          </p:nvPr>
        </p:nvSpPr>
        <p:spPr>
          <a:xfrm>
            <a:off x="560035" y="4995312"/>
            <a:ext cx="5207010" cy="301904"/>
          </a:xfrm>
          <a:prstGeom prst="rect">
            <a:avLst/>
          </a:prstGeom>
        </p:spPr>
        <p:txBody>
          <a:bodyPr vert="horz" lIns="91440" tIns="45720" rIns="91440" bIns="45720" rtlCol="0" anchor="ctr"/>
          <a:lstStyle>
            <a:lvl1pPr algn="l">
              <a:defRPr sz="744">
                <a:solidFill>
                  <a:schemeClr val="tx1">
                    <a:tint val="75000"/>
                  </a:schemeClr>
                </a:solidFill>
              </a:defRPr>
            </a:lvl1pPr>
          </a:lstStyle>
          <a:p>
            <a:pPr indent="0" algn="ctr">
              <a:buNone/>
            </a:pPr>
            <a:r>
              <a:rPr lang="en-US" sz="1400" b="0" u="none" strike="noStrike">
                <a:solidFill>
                  <a:srgbClr val="000000"/>
                </a:solidFill>
                <a:uFillTx/>
                <a:latin typeface="Times New Roman"/>
              </a:rPr>
              <a:t>&lt;footer&gt;</a:t>
            </a:r>
          </a:p>
        </p:txBody>
      </p:sp>
      <p:sp>
        <p:nvSpPr>
          <p:cNvPr id="6" name="Slide Number Placeholder 5"/>
          <p:cNvSpPr>
            <a:spLocks noGrp="1"/>
          </p:cNvSpPr>
          <p:nvPr>
            <p:ph type="sldNum" sz="quarter" idx="4"/>
          </p:nvPr>
        </p:nvSpPr>
        <p:spPr>
          <a:xfrm>
            <a:off x="7102958" y="4995312"/>
            <a:ext cx="565000" cy="301904"/>
          </a:xfrm>
          <a:prstGeom prst="rect">
            <a:avLst/>
          </a:prstGeom>
        </p:spPr>
        <p:txBody>
          <a:bodyPr vert="horz" lIns="91440" tIns="45720" rIns="91440" bIns="45720" rtlCol="0" anchor="ctr"/>
          <a:lstStyle>
            <a:lvl1pPr algn="r">
              <a:defRPr sz="744">
                <a:solidFill>
                  <a:schemeClr val="accent1"/>
                </a:solidFill>
              </a:defRPr>
            </a:lvl1pPr>
          </a:lstStyle>
          <a:p>
            <a:pPr indent="0" algn="r">
              <a:buNone/>
            </a:pPr>
            <a:fld id="{616C812F-0D23-43AA-B47A-22DC7B5B0A63}" type="slidenum">
              <a:rPr lang="en-US" sz="1400" b="0" u="none" strike="noStrike" smtClean="0">
                <a:solidFill>
                  <a:srgbClr val="000000"/>
                </a:solidFill>
                <a:uFillTx/>
                <a:latin typeface="Times New Roman"/>
              </a:rPr>
              <a:t>‹#›</a:t>
            </a:fld>
            <a:endParaRPr lang="en-US" sz="1400" b="0" u="none" strike="noStrike">
              <a:solidFill>
                <a:srgbClr val="000000"/>
              </a:solidFill>
              <a:uFillTx/>
              <a:latin typeface="Times New Roman"/>
            </a:endParaRPr>
          </a:p>
        </p:txBody>
      </p:sp>
    </p:spTree>
    <p:extLst>
      <p:ext uri="{BB962C8B-B14F-4D97-AF65-F5344CB8AC3E}">
        <p14:creationId xmlns:p14="http://schemas.microsoft.com/office/powerpoint/2010/main" val="1600124762"/>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96" r:id="rId3"/>
    <p:sldLayoutId id="2147484297" r:id="rId4"/>
    <p:sldLayoutId id="2147484298" r:id="rId5"/>
    <p:sldLayoutId id="2147484299" r:id="rId6"/>
    <p:sldLayoutId id="2147484300" r:id="rId7"/>
    <p:sldLayoutId id="2147484301" r:id="rId8"/>
    <p:sldLayoutId id="2147484302" r:id="rId9"/>
    <p:sldLayoutId id="2147484303" r:id="rId10"/>
    <p:sldLayoutId id="2147484304" r:id="rId11"/>
    <p:sldLayoutId id="2147484305" r:id="rId12"/>
    <p:sldLayoutId id="2147484306" r:id="rId13"/>
    <p:sldLayoutId id="2147484307" r:id="rId14"/>
    <p:sldLayoutId id="2147484308" r:id="rId15"/>
    <p:sldLayoutId id="2147484309" r:id="rId16"/>
    <p:sldLayoutId id="2147484310" r:id="rId17"/>
  </p:sldLayoutIdLst>
  <p:transition spd="slow">
    <p:circle/>
  </p:transition>
  <p:txStyles>
    <p:titleStyle>
      <a:lvl1pPr algn="l" defTabSz="378013" rtl="0" eaLnBrk="1" latinLnBrk="0" hangingPunct="1">
        <a:spcBef>
          <a:spcPct val="0"/>
        </a:spcBef>
        <a:buNone/>
        <a:defRPr sz="2976"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3510" indent="-283510" algn="l" defTabSz="378013" rtl="0" eaLnBrk="1" latinLnBrk="0" hangingPunct="1">
        <a:spcBef>
          <a:spcPts val="827"/>
        </a:spcBef>
        <a:spcAft>
          <a:spcPts val="0"/>
        </a:spcAft>
        <a:buClr>
          <a:schemeClr val="accent1"/>
        </a:buClr>
        <a:buSzPct val="80000"/>
        <a:buFont typeface="Wingdings 3" charset="2"/>
        <a:buChar char=""/>
        <a:defRPr sz="1488" kern="1200">
          <a:solidFill>
            <a:schemeClr val="tx1">
              <a:lumMod val="75000"/>
              <a:lumOff val="25000"/>
            </a:schemeClr>
          </a:solidFill>
          <a:latin typeface="+mn-lt"/>
          <a:ea typeface="+mn-ea"/>
          <a:cs typeface="+mn-cs"/>
        </a:defRPr>
      </a:lvl1pPr>
      <a:lvl2pPr marL="614271" indent="-236258" algn="l" defTabSz="378013" rtl="0" eaLnBrk="1" latinLnBrk="0" hangingPunct="1">
        <a:spcBef>
          <a:spcPts val="827"/>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2pPr>
      <a:lvl3pPr marL="945032" indent="-189006" algn="l" defTabSz="378013" rtl="0" eaLnBrk="1" latinLnBrk="0" hangingPunct="1">
        <a:spcBef>
          <a:spcPts val="827"/>
        </a:spcBef>
        <a:spcAft>
          <a:spcPts val="0"/>
        </a:spcAft>
        <a:buClr>
          <a:schemeClr val="accent1"/>
        </a:buClr>
        <a:buSzPct val="80000"/>
        <a:buFont typeface="Wingdings 3" charset="2"/>
        <a:buChar char=""/>
        <a:defRPr sz="1158" kern="1200">
          <a:solidFill>
            <a:schemeClr val="tx1">
              <a:lumMod val="75000"/>
              <a:lumOff val="25000"/>
            </a:schemeClr>
          </a:solidFill>
          <a:latin typeface="+mn-lt"/>
          <a:ea typeface="+mn-ea"/>
          <a:cs typeface="+mn-cs"/>
        </a:defRPr>
      </a:lvl3pPr>
      <a:lvl4pPr marL="1323045"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4pPr>
      <a:lvl5pPr marL="1701058"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5pPr>
      <a:lvl6pPr marL="2079071"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6pPr>
      <a:lvl7pPr marL="2457084"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7pPr>
      <a:lvl8pPr marL="2835097"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8pPr>
      <a:lvl9pPr marL="3213110" indent="-189006" algn="l" defTabSz="378013" rtl="0" eaLnBrk="1" latinLnBrk="0" hangingPunct="1">
        <a:spcBef>
          <a:spcPts val="827"/>
        </a:spcBef>
        <a:spcAft>
          <a:spcPts val="0"/>
        </a:spcAft>
        <a:buClr>
          <a:schemeClr val="accent1"/>
        </a:buClr>
        <a:buSzPct val="80000"/>
        <a:buFont typeface="Wingdings 3" charset="2"/>
        <a:buChar char=""/>
        <a:defRPr sz="992" kern="1200">
          <a:solidFill>
            <a:schemeClr val="tx1">
              <a:lumMod val="75000"/>
              <a:lumOff val="25000"/>
            </a:schemeClr>
          </a:solidFill>
          <a:latin typeface="+mn-lt"/>
          <a:ea typeface="+mn-ea"/>
          <a:cs typeface="+mn-cs"/>
        </a:defRPr>
      </a:lvl9pPr>
    </p:bodyStyle>
    <p:otherStyle>
      <a:defPPr>
        <a:defRPr lang="en-US"/>
      </a:defPPr>
      <a:lvl1pPr marL="0" algn="l" defTabSz="378013" rtl="0" eaLnBrk="1" latinLnBrk="0" hangingPunct="1">
        <a:defRPr sz="1488" kern="1200">
          <a:solidFill>
            <a:schemeClr val="tx1"/>
          </a:solidFill>
          <a:latin typeface="+mn-lt"/>
          <a:ea typeface="+mn-ea"/>
          <a:cs typeface="+mn-cs"/>
        </a:defRPr>
      </a:lvl1pPr>
      <a:lvl2pPr marL="378013" algn="l" defTabSz="378013" rtl="0" eaLnBrk="1" latinLnBrk="0" hangingPunct="1">
        <a:defRPr sz="1488" kern="1200">
          <a:solidFill>
            <a:schemeClr val="tx1"/>
          </a:solidFill>
          <a:latin typeface="+mn-lt"/>
          <a:ea typeface="+mn-ea"/>
          <a:cs typeface="+mn-cs"/>
        </a:defRPr>
      </a:lvl2pPr>
      <a:lvl3pPr marL="756026" algn="l" defTabSz="378013" rtl="0" eaLnBrk="1" latinLnBrk="0" hangingPunct="1">
        <a:defRPr sz="1488" kern="1200">
          <a:solidFill>
            <a:schemeClr val="tx1"/>
          </a:solidFill>
          <a:latin typeface="+mn-lt"/>
          <a:ea typeface="+mn-ea"/>
          <a:cs typeface="+mn-cs"/>
        </a:defRPr>
      </a:lvl3pPr>
      <a:lvl4pPr marL="1134039" algn="l" defTabSz="378013" rtl="0" eaLnBrk="1" latinLnBrk="0" hangingPunct="1">
        <a:defRPr sz="1488" kern="1200">
          <a:solidFill>
            <a:schemeClr val="tx1"/>
          </a:solidFill>
          <a:latin typeface="+mn-lt"/>
          <a:ea typeface="+mn-ea"/>
          <a:cs typeface="+mn-cs"/>
        </a:defRPr>
      </a:lvl4pPr>
      <a:lvl5pPr marL="1512052" algn="l" defTabSz="378013" rtl="0" eaLnBrk="1" latinLnBrk="0" hangingPunct="1">
        <a:defRPr sz="1488" kern="1200">
          <a:solidFill>
            <a:schemeClr val="tx1"/>
          </a:solidFill>
          <a:latin typeface="+mn-lt"/>
          <a:ea typeface="+mn-ea"/>
          <a:cs typeface="+mn-cs"/>
        </a:defRPr>
      </a:lvl5pPr>
      <a:lvl6pPr marL="1890065" algn="l" defTabSz="378013" rtl="0" eaLnBrk="1" latinLnBrk="0" hangingPunct="1">
        <a:defRPr sz="1488" kern="1200">
          <a:solidFill>
            <a:schemeClr val="tx1"/>
          </a:solidFill>
          <a:latin typeface="+mn-lt"/>
          <a:ea typeface="+mn-ea"/>
          <a:cs typeface="+mn-cs"/>
        </a:defRPr>
      </a:lvl6pPr>
      <a:lvl7pPr marL="2268078" algn="l" defTabSz="378013" rtl="0" eaLnBrk="1" latinLnBrk="0" hangingPunct="1">
        <a:defRPr sz="1488" kern="1200">
          <a:solidFill>
            <a:schemeClr val="tx1"/>
          </a:solidFill>
          <a:latin typeface="+mn-lt"/>
          <a:ea typeface="+mn-ea"/>
          <a:cs typeface="+mn-cs"/>
        </a:defRPr>
      </a:lvl7pPr>
      <a:lvl8pPr marL="2646091" algn="l" defTabSz="378013" rtl="0" eaLnBrk="1" latinLnBrk="0" hangingPunct="1">
        <a:defRPr sz="1488" kern="1200">
          <a:solidFill>
            <a:schemeClr val="tx1"/>
          </a:solidFill>
          <a:latin typeface="+mn-lt"/>
          <a:ea typeface="+mn-ea"/>
          <a:cs typeface="+mn-cs"/>
        </a:defRPr>
      </a:lvl8pPr>
      <a:lvl9pPr marL="3024104" algn="l" defTabSz="378013"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hyperlink" Target="https://creativecommons.org/licenses/by-nc-sa/3.0/" TargetMode="External"/><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hyperlink" Target="https://technofaq.org/posts/2021/03/things-to-keep-in-mind-when-converting-customers-as-an-e-commerce-store/" TargetMode="Externa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hyperlink" Target="https://www.wired.it/economia/start-up/2018/03/02/startup-truffe-ecommerce/" TargetMode="External"/><Relationship Id="rId2" Type="http://schemas.openxmlformats.org/officeDocument/2006/relationships/image" Target="../media/image6.jpeg"/><Relationship Id="rId1" Type="http://schemas.openxmlformats.org/officeDocument/2006/relationships/slideLayout" Target="../slideLayouts/slideLayout24.xml"/><Relationship Id="rId4" Type="http://schemas.openxmlformats.org/officeDocument/2006/relationships/hyperlink" Target="https://creativecommons.org/licenses/by-nc-nd/3.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32AD-913A-683A-7753-D9A9FA38F73B}"/>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05C480F5-5534-0A80-C507-251F51D1B624}"/>
              </a:ext>
            </a:extLst>
          </p:cNvPr>
          <p:cNvSpPr>
            <a:spLocks noGrp="1"/>
          </p:cNvSpPr>
          <p:nvPr>
            <p:ph type="subTitle"/>
          </p:nvPr>
        </p:nvSpPr>
        <p:spPr>
          <a:xfrm>
            <a:off x="504000" y="1511808"/>
            <a:ext cx="9071640" cy="2273976"/>
          </a:xfrm>
        </p:spPr>
        <p:txBody>
          <a:bodyPr/>
          <a:lstStyle/>
          <a:p>
            <a:r>
              <a:rPr lang="en-US" sz="4000" dirty="0" err="1">
                <a:solidFill>
                  <a:schemeClr val="accent1"/>
                </a:solidFill>
                <a:latin typeface="Times New Roman" panose="02020603050405020304" pitchFamily="18" charset="0"/>
                <a:cs typeface="Times New Roman" panose="02020603050405020304" pitchFamily="18" charset="0"/>
              </a:rPr>
              <a:t>Chào</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thầy</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và</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các</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bạn</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đến</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với</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bài</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thuyết</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trình</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của</a:t>
            </a:r>
            <a:r>
              <a:rPr lang="en-US" sz="4000" dirty="0">
                <a:solidFill>
                  <a:schemeClr val="accent1"/>
                </a:solidFill>
                <a:latin typeface="Times New Roman" panose="02020603050405020304" pitchFamily="18" charset="0"/>
                <a:cs typeface="Times New Roman" panose="02020603050405020304" pitchFamily="18" charset="0"/>
              </a:rPr>
              <a:t> </a:t>
            </a:r>
            <a:r>
              <a:rPr lang="en-US" sz="4000" dirty="0" err="1">
                <a:solidFill>
                  <a:schemeClr val="accent1"/>
                </a:solidFill>
                <a:latin typeface="Times New Roman" panose="02020603050405020304" pitchFamily="18" charset="0"/>
                <a:cs typeface="Times New Roman" panose="02020603050405020304" pitchFamily="18" charset="0"/>
              </a:rPr>
              <a:t>mình</a:t>
            </a:r>
            <a:endParaRPr lang="en-US" sz="4000"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801483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p:nvPr/>
        </p:nvPicPr>
        <p:blipFill>
          <a:blip r:embed="rId2"/>
          <a:stretch/>
        </p:blipFill>
        <p:spPr>
          <a:xfrm>
            <a:off x="-5625" y="0"/>
            <a:ext cx="5156222" cy="2835275"/>
          </a:xfrm>
          <a:prstGeom prst="rect">
            <a:avLst/>
          </a:prstGeom>
          <a:ln w="0">
            <a:noFill/>
          </a:ln>
        </p:spPr>
      </p:pic>
      <p:pic>
        <p:nvPicPr>
          <p:cNvPr id="4" name="Picture 3" descr="A person holding a cell phone&#10;&#10;Description automatically generated">
            <a:extLst>
              <a:ext uri="{FF2B5EF4-FFF2-40B4-BE49-F238E27FC236}">
                <a16:creationId xmlns:a16="http://schemas.microsoft.com/office/drawing/2014/main" id="{84BE7634-3133-352E-949D-FA5A7B3441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4" y="2835275"/>
            <a:ext cx="5156222" cy="2835275"/>
          </a:xfrm>
          <a:prstGeom prst="rect">
            <a:avLst/>
          </a:prstGeom>
        </p:spPr>
      </p:pic>
      <p:pic>
        <p:nvPicPr>
          <p:cNvPr id="3" name="Content Placeholder 2" descr="A screen shot of a phone&#10;&#10;Description automatically generated">
            <a:extLst>
              <a:ext uri="{FF2B5EF4-FFF2-40B4-BE49-F238E27FC236}">
                <a16:creationId xmlns:a16="http://schemas.microsoft.com/office/drawing/2014/main" id="{17D4EC1F-FF3F-4ACB-09C4-72A2E885DD9D}"/>
              </a:ext>
            </a:extLst>
          </p:cNvPr>
          <p:cNvPicPr>
            <a:picLocks noGrp="1" noChangeAspect="1"/>
          </p:cNvPicPr>
          <p:nvPr>
            <p:ph sz="half" idx="4294967295"/>
          </p:nvPr>
        </p:nvPicPr>
        <p:blipFill>
          <a:blip r:embed="rId4" cstate="print">
            <a:extLst>
              <a:ext uri="{28A0092B-C50C-407E-A947-70E740481C1C}">
                <a14:useLocalDpi xmlns:a14="http://schemas.microsoft.com/office/drawing/2010/main" val="0"/>
              </a:ext>
            </a:extLst>
          </a:blip>
          <a:stretch>
            <a:fillRect/>
          </a:stretch>
        </p:blipFill>
        <p:spPr>
          <a:xfrm>
            <a:off x="5149850" y="0"/>
            <a:ext cx="4930775" cy="2835275"/>
          </a:xfrm>
          <a:prstGeom prst="rect">
            <a:avLst/>
          </a:prstGeom>
          <a:noFill/>
          <a:ln w="0">
            <a:noFill/>
          </a:ln>
        </p:spPr>
      </p:pic>
      <p:pic>
        <p:nvPicPr>
          <p:cNvPr id="7" name="Picture 6" descr="A computer and shopping cart with icons around it&#10;&#10;Description automatically generated">
            <a:extLst>
              <a:ext uri="{FF2B5EF4-FFF2-40B4-BE49-F238E27FC236}">
                <a16:creationId xmlns:a16="http://schemas.microsoft.com/office/drawing/2014/main" id="{56538564-54D1-2A93-BE57-D9C14C5CE1AA}"/>
              </a:ext>
            </a:extLst>
          </p:cNvPr>
          <p:cNvPicPr>
            <a:picLocks noChangeAspect="1"/>
          </p:cNvPicPr>
          <p:nvPr/>
        </p:nvPicPr>
        <p:blipFill>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5149849" y="2835274"/>
            <a:ext cx="4930775" cy="2835275"/>
          </a:xfrm>
          <a:prstGeom prst="rect">
            <a:avLst/>
          </a:prstGeom>
        </p:spPr>
      </p:pic>
      <p:sp>
        <p:nvSpPr>
          <p:cNvPr id="8" name="TextBox 7">
            <a:extLst>
              <a:ext uri="{FF2B5EF4-FFF2-40B4-BE49-F238E27FC236}">
                <a16:creationId xmlns:a16="http://schemas.microsoft.com/office/drawing/2014/main" id="{4706D6FB-DABB-BBF3-4CC6-AEE2FD5703E2}"/>
              </a:ext>
            </a:extLst>
          </p:cNvPr>
          <p:cNvSpPr txBox="1"/>
          <p:nvPr/>
        </p:nvSpPr>
        <p:spPr>
          <a:xfrm>
            <a:off x="5149850" y="5488071"/>
            <a:ext cx="4930775" cy="230832"/>
          </a:xfrm>
          <a:prstGeom prst="rect">
            <a:avLst/>
          </a:prstGeom>
          <a:noFill/>
        </p:spPr>
        <p:txBody>
          <a:bodyPr wrap="square" rtlCol="0">
            <a:spAutoFit/>
          </a:bodyPr>
          <a:lstStyle/>
          <a:p>
            <a:r>
              <a:rPr lang="en-US" sz="900">
                <a:hlinkClick r:id="rId6" tooltip="https://technofaq.org/posts/2021/03/things-to-keep-in-mind-when-converting-customers-as-an-e-commerce-store/"/>
              </a:rPr>
              <a:t>This Photo</a:t>
            </a:r>
            <a:r>
              <a:rPr lang="en-US" sz="900"/>
              <a:t> by Unknown Author is licensed under </a:t>
            </a:r>
            <a:r>
              <a:rPr lang="en-US" sz="900">
                <a:hlinkClick r:id="rId7" tooltip="https://creativecommons.org/licenses/by-nc-sa/3.0/"/>
              </a:rPr>
              <a:t>CC BY-SA-NC</a:t>
            </a:r>
            <a:endParaRPr lang="en-US" sz="90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laceHolder 2"/>
          <p:cNvSpPr>
            <a:spLocks noGrp="1"/>
          </p:cNvSpPr>
          <p:nvPr>
            <p:ph type="subTitle"/>
          </p:nvPr>
        </p:nvSpPr>
        <p:spPr>
          <a:xfrm>
            <a:off x="504491" y="2742372"/>
            <a:ext cx="9071640" cy="2060620"/>
          </a:xfrm>
          <a:prstGeom prst="rect">
            <a:avLst/>
          </a:prstGeom>
          <a:noFill/>
          <a:ln w="0">
            <a:noFill/>
          </a:ln>
        </p:spPr>
        <p:txBody>
          <a:bodyPr lIns="0" tIns="0" rIns="0" bIns="0" anchor="ctr">
            <a:noAutofit/>
          </a:bodyPr>
          <a:lstStyle/>
          <a:p>
            <a:pPr indent="0" algn="ctr">
              <a:buNone/>
            </a:pPr>
            <a:r>
              <a:rPr lang="en-US" sz="3200" b="0" u="none" strike="noStrike" dirty="0" err="1">
                <a:solidFill>
                  <a:srgbClr val="000000"/>
                </a:solidFill>
                <a:uFillTx/>
                <a:latin typeface="Times New Roman" panose="02020603050405020304" pitchFamily="18" charset="0"/>
                <a:cs typeface="Times New Roman" panose="02020603050405020304" pitchFamily="18" charset="0"/>
              </a:rPr>
              <a:t>Họ</a:t>
            </a:r>
            <a:r>
              <a:rPr lang="en-US" sz="3200" b="0" u="none" strike="noStrike" dirty="0">
                <a:solidFill>
                  <a:srgbClr val="000000"/>
                </a:solidFill>
                <a:uFillTx/>
                <a:latin typeface="Times New Roman" panose="02020603050405020304" pitchFamily="18" charset="0"/>
                <a:cs typeface="Times New Roman" panose="02020603050405020304" pitchFamily="18" charset="0"/>
              </a:rPr>
              <a:t> </a:t>
            </a:r>
            <a:r>
              <a:rPr lang="en-US" sz="3200" b="0" u="none" strike="noStrike" dirty="0" err="1">
                <a:solidFill>
                  <a:srgbClr val="000000"/>
                </a:solidFill>
                <a:uFillTx/>
                <a:latin typeface="Times New Roman" panose="02020603050405020304" pitchFamily="18" charset="0"/>
                <a:cs typeface="Times New Roman" panose="02020603050405020304" pitchFamily="18" charset="0"/>
              </a:rPr>
              <a:t>và</a:t>
            </a:r>
            <a:r>
              <a:rPr lang="en-US" sz="3200" b="0" u="none" strike="noStrike" dirty="0">
                <a:solidFill>
                  <a:srgbClr val="000000"/>
                </a:solidFill>
                <a:uFillTx/>
                <a:latin typeface="Times New Roman" panose="02020603050405020304" pitchFamily="18" charset="0"/>
                <a:cs typeface="Times New Roman" panose="02020603050405020304" pitchFamily="18" charset="0"/>
              </a:rPr>
              <a:t> </a:t>
            </a:r>
            <a:r>
              <a:rPr lang="en-US" sz="3200" b="0" u="none" strike="noStrike" dirty="0" err="1">
                <a:solidFill>
                  <a:srgbClr val="000000"/>
                </a:solidFill>
                <a:uFillTx/>
                <a:latin typeface="Times New Roman" panose="02020603050405020304" pitchFamily="18" charset="0"/>
                <a:cs typeface="Times New Roman" panose="02020603050405020304" pitchFamily="18" charset="0"/>
              </a:rPr>
              <a:t>tên</a:t>
            </a:r>
            <a:r>
              <a:rPr lang="en-US" sz="3200" b="0" u="none" strike="noStrike" dirty="0">
                <a:solidFill>
                  <a:srgbClr val="000000"/>
                </a:solidFill>
                <a:uFillTx/>
                <a:latin typeface="Times New Roman" panose="02020603050405020304" pitchFamily="18" charset="0"/>
                <a:cs typeface="Times New Roman" panose="02020603050405020304" pitchFamily="18" charset="0"/>
              </a:rPr>
              <a:t>: Nguyễn Thành Nguyên</a:t>
            </a:r>
          </a:p>
          <a:p>
            <a:pPr indent="0" algn="ctr">
              <a:buNone/>
            </a:pPr>
            <a:r>
              <a:rPr lang="en-US" sz="3200" b="0" u="none" strike="noStrike" dirty="0" err="1">
                <a:solidFill>
                  <a:srgbClr val="000000"/>
                </a:solidFill>
                <a:uFillTx/>
                <a:latin typeface="Times New Roman" panose="02020603050405020304" pitchFamily="18" charset="0"/>
                <a:cs typeface="Times New Roman" panose="02020603050405020304" pitchFamily="18" charset="0"/>
              </a:rPr>
              <a:t>Lớp</a:t>
            </a:r>
            <a:r>
              <a:rPr lang="en-US" sz="3200" b="0" u="none" strike="noStrike" dirty="0">
                <a:solidFill>
                  <a:srgbClr val="000000"/>
                </a:solidFill>
                <a:uFillTx/>
                <a:latin typeface="Times New Roman" panose="02020603050405020304" pitchFamily="18" charset="0"/>
                <a:cs typeface="Times New Roman" panose="02020603050405020304" pitchFamily="18" charset="0"/>
              </a:rPr>
              <a:t>: CNTT 18-09</a:t>
            </a:r>
          </a:p>
          <a:p>
            <a:pPr indent="0" algn="ctr">
              <a:buNone/>
            </a:pPr>
            <a:r>
              <a:rPr lang="en-US" sz="3200" b="0" u="none" strike="noStrike" dirty="0" err="1">
                <a:solidFill>
                  <a:srgbClr val="000000"/>
                </a:solidFill>
                <a:uFillTx/>
                <a:latin typeface="Times New Roman" panose="02020603050405020304" pitchFamily="18" charset="0"/>
                <a:cs typeface="Times New Roman" panose="02020603050405020304" pitchFamily="18" charset="0"/>
              </a:rPr>
              <a:t>Mã</a:t>
            </a:r>
            <a:r>
              <a:rPr lang="en-US" sz="3200" b="0" u="none" strike="noStrike" dirty="0">
                <a:solidFill>
                  <a:srgbClr val="000000"/>
                </a:solidFill>
                <a:uFillTx/>
                <a:latin typeface="Times New Roman" panose="02020603050405020304" pitchFamily="18" charset="0"/>
                <a:cs typeface="Times New Roman" panose="02020603050405020304" pitchFamily="18" charset="0"/>
              </a:rPr>
              <a:t> </a:t>
            </a:r>
            <a:r>
              <a:rPr lang="en-US" sz="3200" b="0" u="none" strike="noStrike" dirty="0" err="1">
                <a:solidFill>
                  <a:srgbClr val="000000"/>
                </a:solidFill>
                <a:uFillTx/>
                <a:latin typeface="Times New Roman" panose="02020603050405020304" pitchFamily="18" charset="0"/>
                <a:cs typeface="Times New Roman" panose="02020603050405020304" pitchFamily="18" charset="0"/>
              </a:rPr>
              <a:t>sinh</a:t>
            </a:r>
            <a:r>
              <a:rPr lang="en-US" sz="3200" b="0" u="none" strike="noStrike" dirty="0">
                <a:solidFill>
                  <a:srgbClr val="000000"/>
                </a:solidFill>
                <a:uFillTx/>
                <a:latin typeface="Times New Roman" panose="02020603050405020304" pitchFamily="18" charset="0"/>
                <a:cs typeface="Times New Roman" panose="02020603050405020304" pitchFamily="18" charset="0"/>
              </a:rPr>
              <a:t> viên:</a:t>
            </a:r>
            <a:r>
              <a:rPr lang="en-US" sz="3200" b="0" i="0" u="none" strike="noStrike" dirty="0">
                <a:solidFill>
                  <a:srgbClr val="000000"/>
                </a:solidFill>
                <a:effectLst/>
                <a:latin typeface="Times New Roman" panose="02020603050405020304" pitchFamily="18" charset="0"/>
                <a:cs typeface="Times New Roman" panose="02020603050405020304" pitchFamily="18" charset="0"/>
              </a:rPr>
              <a:t>1871020437</a:t>
            </a:r>
            <a:r>
              <a:rPr lang="en-US" sz="3200" dirty="0">
                <a:latin typeface="Times New Roman" panose="02020603050405020304" pitchFamily="18" charset="0"/>
                <a:cs typeface="Times New Roman" panose="02020603050405020304" pitchFamily="18" charset="0"/>
              </a:rPr>
              <a:t> </a:t>
            </a:r>
            <a:endParaRPr lang="en-US" sz="3200" b="0" u="none" strike="noStrike" dirty="0">
              <a:solidFill>
                <a:srgbClr val="000000"/>
              </a:solidFill>
              <a:uFillTx/>
              <a:latin typeface="Times New Roman" panose="02020603050405020304" pitchFamily="18" charset="0"/>
              <a:cs typeface="Times New Roman" panose="02020603050405020304" pitchFamily="18" charset="0"/>
            </a:endParaRPr>
          </a:p>
          <a:p>
            <a:pPr indent="0" algn="ctr">
              <a:buNone/>
            </a:pPr>
            <a:r>
              <a:rPr lang="en-US" sz="3200" dirty="0" err="1">
                <a:solidFill>
                  <a:srgbClr val="000000"/>
                </a:solidFill>
                <a:latin typeface="Times New Roman" panose="02020603050405020304" pitchFamily="18" charset="0"/>
                <a:cs typeface="Times New Roman" panose="02020603050405020304" pitchFamily="18" charset="0"/>
              </a:rPr>
              <a:t>Giáo</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viên</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hướng</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dẫn</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thầy</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Đỗ</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Ngọc</a:t>
            </a:r>
            <a:r>
              <a:rPr lang="en-US" sz="3200" dirty="0">
                <a:solidFill>
                  <a:srgbClr val="000000"/>
                </a:solidFill>
                <a:latin typeface="Times New Roman" panose="02020603050405020304" pitchFamily="18" charset="0"/>
                <a:cs typeface="Times New Roman" panose="02020603050405020304" pitchFamily="18" charset="0"/>
              </a:rPr>
              <a:t> </a:t>
            </a:r>
            <a:r>
              <a:rPr lang="en-US" sz="3200" dirty="0" err="1">
                <a:solidFill>
                  <a:srgbClr val="000000"/>
                </a:solidFill>
                <a:latin typeface="Times New Roman" panose="02020603050405020304" pitchFamily="18" charset="0"/>
                <a:cs typeface="Times New Roman" panose="02020603050405020304" pitchFamily="18" charset="0"/>
              </a:rPr>
              <a:t>Điệp</a:t>
            </a:r>
            <a:endParaRPr lang="en-US" sz="3200" b="0" u="none" strike="noStrike" dirty="0">
              <a:solidFill>
                <a:srgbClr val="000000"/>
              </a:solidFill>
              <a:uFillTx/>
              <a:latin typeface="Times New Roman" panose="02020603050405020304" pitchFamily="18" charset="0"/>
              <a:cs typeface="Times New Roman" panose="02020603050405020304" pitchFamily="18" charset="0"/>
            </a:endParaRPr>
          </a:p>
        </p:txBody>
      </p:sp>
      <p:sp>
        <p:nvSpPr>
          <p:cNvPr id="9" name="PlaceHolder 1"/>
          <p:cNvSpPr>
            <a:spLocks noGrp="1"/>
          </p:cNvSpPr>
          <p:nvPr>
            <p:ph type="title"/>
          </p:nvPr>
        </p:nvSpPr>
        <p:spPr>
          <a:xfrm>
            <a:off x="374841" y="90152"/>
            <a:ext cx="9330941" cy="2319042"/>
          </a:xfrm>
          <a:prstGeom prst="rect">
            <a:avLst/>
          </a:prstGeom>
          <a:noFill/>
          <a:ln w="0">
            <a:noFill/>
          </a:ln>
        </p:spPr>
        <p:txBody>
          <a:bodyPr lIns="0" tIns="0" rIns="0" bIns="0" anchor="ctr">
            <a:noAutofit/>
          </a:bodyPr>
          <a:lstStyle/>
          <a:p>
            <a:pPr indent="0" algn="ctr">
              <a:buNone/>
            </a:pPr>
            <a:r>
              <a:rPr lang="en-US" sz="5400" b="0" u="none" strike="noStrike" dirty="0">
                <a:solidFill>
                  <a:srgbClr val="000000"/>
                </a:solidFill>
                <a:uFillTx/>
                <a:latin typeface="Times New Roman"/>
              </a:rPr>
              <a:t>BÀI TẬP LỚN</a:t>
            </a:r>
            <a:br>
              <a:rPr lang="en-US" sz="5400" b="0" u="none" strike="noStrike" dirty="0">
                <a:solidFill>
                  <a:srgbClr val="000000"/>
                </a:solidFill>
                <a:uFillTx/>
                <a:latin typeface="Times New Roman"/>
              </a:rPr>
            </a:br>
            <a:r>
              <a:rPr lang="en-US" sz="3200" b="0" u="none" strike="noStrike" dirty="0" err="1">
                <a:solidFill>
                  <a:srgbClr val="000000"/>
                </a:solidFill>
                <a:uFillTx/>
                <a:latin typeface="Times New Roman"/>
              </a:rPr>
              <a:t>Học</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phần:Nhập</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môn</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Công</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nghệ</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thông</a:t>
            </a:r>
            <a:r>
              <a:rPr lang="en-US" sz="3200" b="0" u="none" strike="noStrike" dirty="0">
                <a:solidFill>
                  <a:srgbClr val="000000"/>
                </a:solidFill>
                <a:uFillTx/>
                <a:latin typeface="Times New Roman"/>
              </a:rPr>
              <a:t> tin</a:t>
            </a:r>
            <a:br>
              <a:rPr lang="en-US" sz="3200" b="0" u="none" strike="noStrike" dirty="0">
                <a:solidFill>
                  <a:srgbClr val="000000"/>
                </a:solidFill>
                <a:uFillTx/>
                <a:latin typeface="Times New Roman"/>
              </a:rPr>
            </a:br>
            <a:r>
              <a:rPr lang="en-US" sz="3200" b="0" u="none" strike="noStrike" dirty="0" err="1">
                <a:solidFill>
                  <a:srgbClr val="000000"/>
                </a:solidFill>
                <a:uFillTx/>
                <a:latin typeface="Times New Roman"/>
              </a:rPr>
              <a:t>Chủ</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đề:</a:t>
            </a:r>
            <a:r>
              <a:rPr lang="en-US" sz="3200" dirty="0" err="1">
                <a:solidFill>
                  <a:srgbClr val="000000"/>
                </a:solidFill>
                <a:latin typeface="Times New Roman"/>
              </a:rPr>
              <a:t>C</a:t>
            </a:r>
            <a:r>
              <a:rPr lang="en-US" sz="3200" b="0" u="none" strike="noStrike" dirty="0" err="1">
                <a:solidFill>
                  <a:srgbClr val="000000"/>
                </a:solidFill>
                <a:uFillTx/>
                <a:latin typeface="Times New Roman"/>
              </a:rPr>
              <a:t>ông</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nghệ</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thương</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mại</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điện</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tử</a:t>
            </a:r>
            <a:r>
              <a:rPr lang="en-US" sz="3200" dirty="0">
                <a:solidFill>
                  <a:srgbClr val="000000"/>
                </a:solidFill>
                <a:latin typeface="Times New Roman"/>
              </a:rPr>
              <a:t>,</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phân</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tích</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với</a:t>
            </a:r>
            <a:r>
              <a:rPr lang="en-US" sz="3200" b="0" u="none" strike="noStrike" dirty="0">
                <a:solidFill>
                  <a:srgbClr val="000000"/>
                </a:solidFill>
                <a:uFillTx/>
                <a:latin typeface="Times New Roman"/>
              </a:rPr>
              <a:t> </a:t>
            </a:r>
            <a:r>
              <a:rPr lang="en-US" sz="3200" b="0" u="none" strike="noStrike" dirty="0" err="1">
                <a:solidFill>
                  <a:srgbClr val="000000"/>
                </a:solidFill>
                <a:uFillTx/>
                <a:latin typeface="Times New Roman"/>
              </a:rPr>
              <a:t>sàn</a:t>
            </a:r>
            <a:r>
              <a:rPr lang="en-US" sz="3200" b="0" u="none" strike="noStrike" dirty="0">
                <a:solidFill>
                  <a:srgbClr val="000000"/>
                </a:solidFill>
                <a:uFillTx/>
                <a:latin typeface="Times New Roman"/>
              </a:rPr>
              <a:t> TMĐT Lazada</a:t>
            </a:r>
          </a:p>
        </p:txBody>
      </p:sp>
    </p:spTree>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A0795C7-5D0B-2793-0D3E-E16B0ADB25DD}"/>
              </a:ext>
            </a:extLst>
          </p:cNvPr>
          <p:cNvSpPr>
            <a:spLocks noGrp="1"/>
          </p:cNvSpPr>
          <p:nvPr>
            <p:ph type="subTitle"/>
          </p:nvPr>
        </p:nvSpPr>
        <p:spPr>
          <a:xfrm>
            <a:off x="392790" y="2263758"/>
            <a:ext cx="9071640" cy="2997832"/>
          </a:xfrm>
        </p:spPr>
        <p:txBody>
          <a:bodyPr/>
          <a:lstStyle/>
          <a:p>
            <a:r>
              <a:rPr lang="en-US" sz="3200" dirty="0" err="1">
                <a:latin typeface="Times New Roman" panose="02020603050405020304" pitchFamily="18" charset="0"/>
                <a:cs typeface="Times New Roman" panose="02020603050405020304" pitchFamily="18" charset="0"/>
              </a:rPr>
              <a:t>II.Phân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về</a:t>
            </a:r>
            <a:r>
              <a:rPr lang="en-US" sz="3200" dirty="0">
                <a:latin typeface="Times New Roman" panose="02020603050405020304" pitchFamily="18" charset="0"/>
                <a:cs typeface="Times New Roman" panose="02020603050405020304" pitchFamily="18" charset="0"/>
              </a:rPr>
              <a:t> Lazada</a:t>
            </a:r>
          </a:p>
          <a:p>
            <a:r>
              <a:rPr lang="en-US" sz="2400" dirty="0">
                <a:latin typeface="Times New Roman" panose="02020603050405020304" pitchFamily="18" charset="0"/>
                <a:cs typeface="Times New Roman" panose="02020603050405020304" pitchFamily="18" charset="0"/>
              </a:rPr>
              <a:t>1.Giới </a:t>
            </a:r>
            <a:r>
              <a:rPr lang="en-US" sz="2400" dirty="0" err="1">
                <a:latin typeface="Times New Roman" panose="02020603050405020304" pitchFamily="18" charset="0"/>
                <a:cs typeface="Times New Roman" panose="02020603050405020304" pitchFamily="18" charset="0"/>
              </a:rPr>
              <a:t>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ty Lazada</a:t>
            </a:r>
          </a:p>
          <a:p>
            <a:r>
              <a:rPr lang="en-US" sz="2400" dirty="0">
                <a:latin typeface="Times New Roman" panose="02020603050405020304" pitchFamily="18" charset="0"/>
                <a:cs typeface="Times New Roman" panose="02020603050405020304" pitchFamily="18" charset="0"/>
              </a:rPr>
              <a:t>2.Lịch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ty Lazada</a:t>
            </a:r>
          </a:p>
          <a:p>
            <a:r>
              <a:rPr lang="en-US" sz="2400" dirty="0">
                <a:latin typeface="Times New Roman" panose="02020603050405020304" pitchFamily="18" charset="0"/>
                <a:cs typeface="Times New Roman" panose="02020603050405020304" pitchFamily="18" charset="0"/>
              </a:rPr>
              <a:t>3.</a:t>
            </a:r>
          </a:p>
          <a:p>
            <a:endParaRPr lang="en-US" dirty="0"/>
          </a:p>
        </p:txBody>
      </p:sp>
      <p:sp>
        <p:nvSpPr>
          <p:cNvPr id="2" name="Title 1">
            <a:extLst>
              <a:ext uri="{FF2B5EF4-FFF2-40B4-BE49-F238E27FC236}">
                <a16:creationId xmlns:a16="http://schemas.microsoft.com/office/drawing/2014/main" id="{4A14E09F-CA2F-81A6-BDCE-B66F056EC861}"/>
              </a:ext>
            </a:extLst>
          </p:cNvPr>
          <p:cNvSpPr>
            <a:spLocks noGrp="1"/>
          </p:cNvSpPr>
          <p:nvPr>
            <p:ph type="title"/>
          </p:nvPr>
        </p:nvSpPr>
        <p:spPr>
          <a:xfrm>
            <a:off x="392790" y="226079"/>
            <a:ext cx="9182850" cy="2220559"/>
          </a:xfrm>
        </p:spPr>
        <p:txBody>
          <a:bodyPr/>
          <a:lstStyle/>
          <a:p>
            <a:r>
              <a:rPr lang="en-US" sz="3200" dirty="0" err="1">
                <a:latin typeface="Times New Roman" panose="02020603050405020304" pitchFamily="18" charset="0"/>
                <a:cs typeface="Times New Roman" panose="02020603050405020304" pitchFamily="18" charset="0"/>
              </a:rPr>
              <a:t>I.Thương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mại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tử</a:t>
            </a:r>
            <a:br>
              <a:rPr lang="en-US"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1.Giới </a:t>
            </a:r>
            <a:r>
              <a:rPr lang="en-US" sz="2400" dirty="0" err="1">
                <a:latin typeface="Times New Roman" panose="02020603050405020304" pitchFamily="18" charset="0"/>
                <a:cs typeface="Times New Roman" panose="02020603050405020304" pitchFamily="18" charset="0"/>
              </a:rPr>
              <a:t>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2.Lịch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3.Cách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4.Ưu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5.Ứng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980091"/>
      </p:ext>
    </p:extLst>
  </p:cSld>
  <p:clrMapOvr>
    <a:masterClrMapping/>
  </p:clrMapOvr>
  <p:transition spd="slow">
    <p:circl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0" y="226080"/>
            <a:ext cx="9575640" cy="946440"/>
          </a:xfrm>
          <a:noFill/>
          <a:ln w="0">
            <a:noFill/>
          </a:ln>
        </p:spPr>
        <p:txBody>
          <a:bodyPr lIns="0" tIns="0" rIns="0" bIns="0" anchor="ctr">
            <a:noAutofit/>
          </a:bodyPr>
          <a:lstStyle/>
          <a:p>
            <a:r>
              <a:rPr lang="en-US" dirty="0"/>
              <a:t>1.Giới </a:t>
            </a:r>
            <a:r>
              <a:rPr lang="en-US" dirty="0" err="1"/>
              <a:t>thiệu</a:t>
            </a:r>
            <a:r>
              <a:rPr lang="en-US" dirty="0"/>
              <a:t> </a:t>
            </a:r>
            <a:r>
              <a:rPr lang="en-US" dirty="0" err="1"/>
              <a:t>về</a:t>
            </a:r>
            <a:r>
              <a:rPr lang="en-US" dirty="0"/>
              <a:t> </a:t>
            </a:r>
            <a:r>
              <a:rPr lang="en-US" dirty="0" err="1"/>
              <a:t>thương</a:t>
            </a:r>
            <a:r>
              <a:rPr lang="en-US" dirty="0"/>
              <a:t> </a:t>
            </a:r>
            <a:r>
              <a:rPr lang="en-US" dirty="0" err="1"/>
              <a:t>mại</a:t>
            </a:r>
            <a:r>
              <a:rPr lang="en-US" dirty="0"/>
              <a:t> </a:t>
            </a:r>
            <a:r>
              <a:rPr lang="en-US" dirty="0" err="1"/>
              <a:t>điện</a:t>
            </a:r>
            <a:r>
              <a:rPr lang="en-US" dirty="0"/>
              <a:t> </a:t>
            </a:r>
            <a:r>
              <a:rPr lang="en-US" dirty="0" err="1"/>
              <a:t>tử</a:t>
            </a:r>
            <a:endParaRPr lang="en-US" dirty="0"/>
          </a:p>
        </p:txBody>
      </p:sp>
      <p:sp>
        <p:nvSpPr>
          <p:cNvPr id="7" name="Content Placeholder 6">
            <a:extLst>
              <a:ext uri="{FF2B5EF4-FFF2-40B4-BE49-F238E27FC236}">
                <a16:creationId xmlns:a16="http://schemas.microsoft.com/office/drawing/2014/main" id="{846977B4-975F-5078-62EF-BBC71D7191DB}"/>
              </a:ext>
            </a:extLst>
          </p:cNvPr>
          <p:cNvSpPr>
            <a:spLocks noGrp="1"/>
          </p:cNvSpPr>
          <p:nvPr>
            <p:ph type="subTitle"/>
          </p:nvPr>
        </p:nvSpPr>
        <p:spPr>
          <a:xfrm>
            <a:off x="327025" y="956231"/>
            <a:ext cx="9753600" cy="2416028"/>
          </a:xfrm>
        </p:spPr>
        <p:txBody>
          <a:bodyPr>
            <a:noAutofit/>
          </a:bodyPr>
          <a:lstStyle/>
          <a:p>
            <a:pPr marL="0" indent="0">
              <a:buNone/>
            </a:pPr>
            <a:r>
              <a:rPr lang="en-US" sz="2400" b="0" i="0" dirty="0">
                <a:solidFill>
                  <a:srgbClr val="282523"/>
                </a:solidFill>
                <a:effectLst/>
                <a:latin typeface="Times New Roman" panose="02020603050405020304" pitchFamily="18" charset="0"/>
                <a:cs typeface="Times New Roman" panose="02020603050405020304" pitchFamily="18" charset="0"/>
              </a:rPr>
              <a:t>-</a:t>
            </a:r>
            <a:r>
              <a:rPr lang="vi-VN" sz="2400" b="0" i="0" dirty="0">
                <a:solidFill>
                  <a:srgbClr val="282523"/>
                </a:solidFill>
                <a:effectLst/>
                <a:latin typeface="Times New Roman" panose="02020603050405020304" pitchFamily="18" charset="0"/>
                <a:cs typeface="Times New Roman" panose="02020603050405020304" pitchFamily="18" charset="0"/>
              </a:rPr>
              <a:t>Thương mại điện tử (e</a:t>
            </a:r>
            <a:r>
              <a:rPr lang="en-US" sz="2400" b="0" i="0" dirty="0">
                <a:solidFill>
                  <a:srgbClr val="282523"/>
                </a:solidFill>
                <a:effectLst/>
                <a:latin typeface="Times New Roman" panose="02020603050405020304" pitchFamily="18" charset="0"/>
                <a:cs typeface="Times New Roman" panose="02020603050405020304" pitchFamily="18" charset="0"/>
              </a:rPr>
              <a:t>-</a:t>
            </a:r>
            <a:r>
              <a:rPr lang="vi-VN" sz="2400" b="0" i="0" dirty="0">
                <a:solidFill>
                  <a:srgbClr val="282523"/>
                </a:solidFill>
                <a:effectLst/>
                <a:latin typeface="Times New Roman" panose="02020603050405020304" pitchFamily="18" charset="0"/>
                <a:cs typeface="Times New Roman" panose="02020603050405020304" pitchFamily="18" charset="0"/>
              </a:rPr>
              <a:t>commerce) là việc mua bán hàng hóa hoặc dịch vụ qua</a:t>
            </a:r>
            <a:r>
              <a:rPr lang="en-US" sz="2400" b="0" i="0" dirty="0">
                <a:solidFill>
                  <a:srgbClr val="282523"/>
                </a:solidFill>
                <a:effectLst/>
                <a:latin typeface="Times New Roman" panose="02020603050405020304" pitchFamily="18" charset="0"/>
                <a:cs typeface="Times New Roman" panose="02020603050405020304" pitchFamily="18" charset="0"/>
              </a:rPr>
              <a:t> </a:t>
            </a:r>
            <a:r>
              <a:rPr lang="vi-VN" sz="2400" b="0" i="0" dirty="0">
                <a:solidFill>
                  <a:srgbClr val="282523"/>
                </a:solidFill>
                <a:effectLst/>
                <a:latin typeface="Times New Roman" panose="02020603050405020304" pitchFamily="18" charset="0"/>
                <a:cs typeface="Times New Roman" panose="02020603050405020304" pitchFamily="18" charset="0"/>
              </a:rPr>
              <a:t>mạng Internet.Thay vì đến cửa hàng vật lý, bạn có thể duyệt,chọn mua,và thanh toán trực tuyến.Từ quần áo, đồ điện tử, đến các dịch vụ như đặt vé máy bay</a:t>
            </a:r>
            <a:r>
              <a:rPr lang="en-US" sz="2400" b="0" i="0" dirty="0">
                <a:solidFill>
                  <a:srgbClr val="282523"/>
                </a:solidFill>
                <a:effectLst/>
                <a:latin typeface="Times New Roman" panose="02020603050405020304" pitchFamily="18" charset="0"/>
                <a:cs typeface="Times New Roman" panose="02020603050405020304" pitchFamily="18" charset="0"/>
              </a:rPr>
              <a:t> </a:t>
            </a:r>
            <a:r>
              <a:rPr lang="vi-VN" sz="2400" b="0" i="0" dirty="0">
                <a:solidFill>
                  <a:srgbClr val="282523"/>
                </a:solidFill>
                <a:effectLst/>
                <a:latin typeface="Times New Roman" panose="02020603050405020304" pitchFamily="18" charset="0"/>
                <a:cs typeface="Times New Roman" panose="02020603050405020304" pitchFamily="18" charset="0"/>
              </a:rPr>
              <a:t>hay đặt phòng khách sạn, tất cả đều có thể thực hiện trực tuyến. Điều này mang lại sự tiện lợi, tiết kiệm thời gian và mở rộng sự lựa chọn cho người tiêu dùng. Rõ ràng, thương mại điện tử đã cách mạng hóa cách chúng ta mua sắm! </a:t>
            </a:r>
            <a:endParaRPr lang="en-US" sz="2400" dirty="0">
              <a:latin typeface="Times New Roman" panose="02020603050405020304" pitchFamily="18" charset="0"/>
              <a:cs typeface="Times New Roman" panose="02020603050405020304" pitchFamily="18" charset="0"/>
            </a:endParaRPr>
          </a:p>
        </p:txBody>
      </p:sp>
      <p:pic>
        <p:nvPicPr>
          <p:cNvPr id="6" name="Picture 5" descr="A close-up of a keyboard&#10;&#10;Description automatically generated">
            <a:extLst>
              <a:ext uri="{FF2B5EF4-FFF2-40B4-BE49-F238E27FC236}">
                <a16:creationId xmlns:a16="http://schemas.microsoft.com/office/drawing/2014/main" id="{695C9C16-9941-F2E0-3E1F-E1E1DD883AB6}"/>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59422" y="3261848"/>
            <a:ext cx="3883977" cy="2182622"/>
          </a:xfrm>
          <a:prstGeom prst="rect">
            <a:avLst/>
          </a:prstGeom>
        </p:spPr>
      </p:pic>
      <p:sp>
        <p:nvSpPr>
          <p:cNvPr id="8" name="TextBox 7">
            <a:extLst>
              <a:ext uri="{FF2B5EF4-FFF2-40B4-BE49-F238E27FC236}">
                <a16:creationId xmlns:a16="http://schemas.microsoft.com/office/drawing/2014/main" id="{9C12E168-6465-B018-C246-6E5A86706252}"/>
              </a:ext>
            </a:extLst>
          </p:cNvPr>
          <p:cNvSpPr txBox="1"/>
          <p:nvPr/>
        </p:nvSpPr>
        <p:spPr>
          <a:xfrm>
            <a:off x="6059423" y="5571998"/>
            <a:ext cx="3883977" cy="230832"/>
          </a:xfrm>
          <a:prstGeom prst="rect">
            <a:avLst/>
          </a:prstGeom>
          <a:noFill/>
        </p:spPr>
        <p:txBody>
          <a:bodyPr wrap="square" rtlCol="0">
            <a:spAutoFit/>
          </a:bodyPr>
          <a:lstStyle/>
          <a:p>
            <a:r>
              <a:rPr lang="en-US" sz="900">
                <a:hlinkClick r:id="rId3" tooltip="https://www.wired.it/economia/start-up/2018/03/02/startup-truffe-ecommerce/"/>
              </a:rPr>
              <a:t>This Photo</a:t>
            </a:r>
            <a:r>
              <a:rPr lang="en-US" sz="900"/>
              <a:t> by Unknown Author is licensed under </a:t>
            </a:r>
            <a:r>
              <a:rPr lang="en-US" sz="900">
                <a:hlinkClick r:id="rId4" tooltip="https://creativecommons.org/licenses/by-nc-nd/3.0/"/>
              </a:rPr>
              <a:t>CC BY-NC-ND</a:t>
            </a:r>
            <a:endParaRPr lang="en-US" sz="90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4"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rrow: Right 8">
            <a:extLst>
              <a:ext uri="{FF2B5EF4-FFF2-40B4-BE49-F238E27FC236}">
                <a16:creationId xmlns:a16="http://schemas.microsoft.com/office/drawing/2014/main" id="{AA57A6AD-A9E1-2025-DA70-CABA0F3F882C}"/>
              </a:ext>
            </a:extLst>
          </p:cNvPr>
          <p:cNvSpPr/>
          <p:nvPr/>
        </p:nvSpPr>
        <p:spPr>
          <a:xfrm>
            <a:off x="4732638" y="1212054"/>
            <a:ext cx="705580" cy="609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cartoon of a person holding a fruit and a child pointing&#10;&#10;Description automatically generated">
            <a:extLst>
              <a:ext uri="{FF2B5EF4-FFF2-40B4-BE49-F238E27FC236}">
                <a16:creationId xmlns:a16="http://schemas.microsoft.com/office/drawing/2014/main" id="{DC5A1C1C-C5D0-DA85-55C6-8A76DC58CE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4732638" cy="2835275"/>
          </a:xfrm>
          <a:prstGeom prst="rect">
            <a:avLst/>
          </a:prstGeom>
        </p:spPr>
      </p:pic>
      <p:pic>
        <p:nvPicPr>
          <p:cNvPr id="10" name="Picture 9" descr="Cartoon a cartoon of a child running&#10;&#10;Description automatically generated">
            <a:extLst>
              <a:ext uri="{FF2B5EF4-FFF2-40B4-BE49-F238E27FC236}">
                <a16:creationId xmlns:a16="http://schemas.microsoft.com/office/drawing/2014/main" id="{4E2ACF67-0ED2-0589-6B1F-EB58497A74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8218" y="1"/>
            <a:ext cx="4642406" cy="2835274"/>
          </a:xfrm>
          <a:prstGeom prst="rect">
            <a:avLst/>
          </a:prstGeom>
        </p:spPr>
      </p:pic>
      <p:pic>
        <p:nvPicPr>
          <p:cNvPr id="12" name="Picture 11" descr="Cartoon a cartoon of a person riding a bicycle&#10;&#10;Description automatically generated">
            <a:extLst>
              <a:ext uri="{FF2B5EF4-FFF2-40B4-BE49-F238E27FC236}">
                <a16:creationId xmlns:a16="http://schemas.microsoft.com/office/drawing/2014/main" id="{60CC963B-7887-AEC6-7809-4C35723DF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835273"/>
            <a:ext cx="4732638" cy="2835276"/>
          </a:xfrm>
          <a:prstGeom prst="rect">
            <a:avLst/>
          </a:prstGeom>
        </p:spPr>
      </p:pic>
      <p:sp>
        <p:nvSpPr>
          <p:cNvPr id="13" name="Arrow: Right 12">
            <a:extLst>
              <a:ext uri="{FF2B5EF4-FFF2-40B4-BE49-F238E27FC236}">
                <a16:creationId xmlns:a16="http://schemas.microsoft.com/office/drawing/2014/main" id="{DF44A13F-72A9-6181-7407-900D0ACB44DA}"/>
              </a:ext>
            </a:extLst>
          </p:cNvPr>
          <p:cNvSpPr/>
          <p:nvPr/>
        </p:nvSpPr>
        <p:spPr>
          <a:xfrm>
            <a:off x="4732638" y="4252911"/>
            <a:ext cx="705580" cy="609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descr="Cartoon a cartoon of two people&#10;&#10;Description automatically generated">
            <a:extLst>
              <a:ext uri="{FF2B5EF4-FFF2-40B4-BE49-F238E27FC236}">
                <a16:creationId xmlns:a16="http://schemas.microsoft.com/office/drawing/2014/main" id="{59D263E3-E687-DDEF-6177-8AC45F8A21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8218" y="2835273"/>
            <a:ext cx="4642407" cy="2835274"/>
          </a:xfrm>
          <a:prstGeom prst="rect">
            <a:avLst/>
          </a:prstGeom>
        </p:spPr>
      </p:pic>
    </p:spTree>
    <p:extLst>
      <p:ext uri="{BB962C8B-B14F-4D97-AF65-F5344CB8AC3E}">
        <p14:creationId xmlns:p14="http://schemas.microsoft.com/office/powerpoint/2010/main" val="686945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arn(inVertic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randombar(horizont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arn(inVertical)">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heel(1)">
                                      <p:cBhvr>
                                        <p:cTn id="36"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BE0F-BF60-0337-3C1C-C18478C69CA4}"/>
              </a:ext>
            </a:extLst>
          </p:cNvPr>
          <p:cNvSpPr>
            <a:spLocks noGrp="1"/>
          </p:cNvSpPr>
          <p:nvPr>
            <p:ph type="title"/>
          </p:nvPr>
        </p:nvSpPr>
        <p:spPr>
          <a:xfrm>
            <a:off x="231649" y="426148"/>
            <a:ext cx="9037816" cy="45719"/>
          </a:xfrm>
        </p:spPr>
        <p:txBody>
          <a:bodyPr>
            <a:noAutofit/>
          </a:bodyPr>
          <a:lstStyle/>
          <a:p>
            <a:r>
              <a:rPr lang="en-US" sz="3200" dirty="0">
                <a:latin typeface="Times New Roman" panose="02020603050405020304" pitchFamily="18" charset="0"/>
                <a:cs typeface="Times New Roman" panose="02020603050405020304" pitchFamily="18" charset="0"/>
              </a:rPr>
              <a:t>2.Lịch </a:t>
            </a:r>
            <a:r>
              <a:rPr lang="en-US" sz="3200" dirty="0" err="1">
                <a:latin typeface="Times New Roman" panose="02020603050405020304" pitchFamily="18" charset="0"/>
                <a:cs typeface="Times New Roman" panose="02020603050405020304" pitchFamily="18" charset="0"/>
              </a:rPr>
              <a:t>sử</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triển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thương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mại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tử</a:t>
            </a:r>
            <a:endParaRPr lang="en-US" sz="3200"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DD632ABA-1C0A-A228-9CC7-971726B2756A}"/>
              </a:ext>
            </a:extLst>
          </p:cNvPr>
          <p:cNvSpPr>
            <a:spLocks noGrp="1" noChangeArrowheads="1"/>
          </p:cNvSpPr>
          <p:nvPr>
            <p:ph type="body" idx="1"/>
          </p:nvPr>
        </p:nvSpPr>
        <p:spPr bwMode="auto">
          <a:xfrm>
            <a:off x="526776" y="449007"/>
            <a:ext cx="8790836" cy="5293757"/>
          </a:xfrm>
          <a:prstGeom prst="rect">
            <a:avLst/>
          </a:prstGeom>
          <a:solidFill>
            <a:srgbClr val="F8F4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1960s - 1980s: Giai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đoạn</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đầu</a:t>
            </a:r>
            <a:endPar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1969</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CompuServe,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một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trong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những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nhà</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cung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cấp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dịch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vụ</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đầu</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tiên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lập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1979</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Michael Aldrich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phát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minh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khái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niệm</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thương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tử</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bằng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cách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kết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nối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máy</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tính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với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TV qua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đường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dây</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1982</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Boston Computer Exchange,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một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trong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những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nền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tảng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mua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bán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đầu</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tiên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lập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1990s: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phát</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triển</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mạnh</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mẽ</a:t>
            </a:r>
            <a:endPar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1992</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Book Stacks Unlimited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trở</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trang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web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sách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đầu</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tiên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1995</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Amazon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và</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eBay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lập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đánh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dấu</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khởi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đầu</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của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thương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tử</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hiện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1996</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Alibaba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lập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trở</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một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trong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những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nền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tảng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thương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tử</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lớn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nhất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ở Châu Á.</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2000s: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phát</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triển</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và</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mở</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rộng</a:t>
            </a:r>
            <a:endPar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2004</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Google AdWords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mắt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giúp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doanh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nghiệp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quảng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2005</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YouTube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lập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mở</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cửa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cho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nội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dung video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2007</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Apple Store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mắt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mở</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thị</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trường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cho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thiết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bị</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tử</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2010s: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phát</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triển</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và</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đa</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dạng</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hóa</a:t>
            </a:r>
            <a:endPar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2010</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Shopify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được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lập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giúp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doanh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nghiệp</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dễ</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dàng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tạo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cửa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hàng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2014</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Alibaba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mở</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cửa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sổ</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thị</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trường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Hoa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Kỳ</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với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ra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mắt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của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AliExpress.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2015</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Facebook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và</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Instagram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bắt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đầu</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hỗ</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trợ</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quảng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trực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tuyến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2020s: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phát</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triển</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tiếp</a:t>
            </a: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1"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tục</a:t>
            </a:r>
            <a:endPar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2020</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COVID-19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dẫn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đến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gia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tăng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mẽ</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của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thương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tử</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do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sự</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cần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thiết</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của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mua</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sắm</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từ</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xa.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2021</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TikTok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và</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các</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nền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tảng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video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ngắn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trở</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thành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công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cụ</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quảng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cáo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mạnh</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mẽ</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cho</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thương</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mại</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điện</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 </a:t>
            </a:r>
            <a:r>
              <a:rPr kumimoji="0" lang="en-US" altLang="en-US" sz="1600" b="0" i="0" u="none" strike="noStrike" cap="none" normalizeH="0" baseline="0" dirty="0" err="1">
                <a:ln>
                  <a:noFill/>
                </a:ln>
                <a:solidFill>
                  <a:srgbClr val="282523"/>
                </a:solidFill>
                <a:effectLst/>
                <a:latin typeface="Times New Roman" panose="02020603050405020304" pitchFamily="18" charset="0"/>
                <a:cs typeface="Times New Roman" panose="02020603050405020304" pitchFamily="18" charset="0"/>
              </a:rPr>
              <a:t>tử</a:t>
            </a:r>
            <a:r>
              <a:rPr kumimoji="0" lang="en-US" altLang="en-US" sz="1600" b="0" i="0" u="none" strike="noStrike" cap="none" normalizeH="0" baseline="0" dirty="0">
                <a:ln>
                  <a:noFill/>
                </a:ln>
                <a:solidFill>
                  <a:srgbClr val="282523"/>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1698364"/>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9">
                                            <p:bg/>
                                          </p:spTgt>
                                        </p:tgtEl>
                                        <p:attrNameLst>
                                          <p:attrName>style.visibility</p:attrName>
                                        </p:attrNameLst>
                                      </p:cBhvr>
                                      <p:to>
                                        <p:strVal val="visible"/>
                                      </p:to>
                                    </p:set>
                                    <p:animEffect transition="in" filter="barn(inVertical)">
                                      <p:cBhvr>
                                        <p:cTn id="14" dur="500"/>
                                        <p:tgtEl>
                                          <p:spTgt spid="9">
                                            <p:bg/>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barn(inVertical)">
                                      <p:cBhvr>
                                        <p:cTn id="19" dur="500"/>
                                        <p:tgtEl>
                                          <p:spTgt spid="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9">
                                            <p:txEl>
                                              <p:pRg st="1" end="1"/>
                                            </p:txEl>
                                          </p:spTgt>
                                        </p:tgtEl>
                                        <p:attrNameLst>
                                          <p:attrName>style.visibility</p:attrName>
                                        </p:attrNameLst>
                                      </p:cBhvr>
                                      <p:to>
                                        <p:strVal val="visible"/>
                                      </p:to>
                                    </p:set>
                                    <p:animEffect transition="in" filter="barn(inVertical)">
                                      <p:cBhvr>
                                        <p:cTn id="24" dur="500"/>
                                        <p:tgtEl>
                                          <p:spTgt spid="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9">
                                            <p:txEl>
                                              <p:pRg st="2" end="2"/>
                                            </p:txEl>
                                          </p:spTgt>
                                        </p:tgtEl>
                                        <p:attrNameLst>
                                          <p:attrName>style.visibility</p:attrName>
                                        </p:attrNameLst>
                                      </p:cBhvr>
                                      <p:to>
                                        <p:strVal val="visible"/>
                                      </p:to>
                                    </p:set>
                                    <p:animEffect transition="in" filter="barn(inVertical)">
                                      <p:cBhvr>
                                        <p:cTn id="29" dur="500"/>
                                        <p:tgtEl>
                                          <p:spTgt spid="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animEffect transition="in" filter="barn(inVertical)">
                                      <p:cBhvr>
                                        <p:cTn id="34" dur="500"/>
                                        <p:tgtEl>
                                          <p:spTgt spid="9">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animEffect transition="in" filter="barn(inVertical)">
                                      <p:cBhvr>
                                        <p:cTn id="39" dur="500"/>
                                        <p:tgtEl>
                                          <p:spTgt spid="9">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9">
                                            <p:txEl>
                                              <p:pRg st="5" end="5"/>
                                            </p:txEl>
                                          </p:spTgt>
                                        </p:tgtEl>
                                        <p:attrNameLst>
                                          <p:attrName>style.visibility</p:attrName>
                                        </p:attrNameLst>
                                      </p:cBhvr>
                                      <p:to>
                                        <p:strVal val="visible"/>
                                      </p:to>
                                    </p:set>
                                    <p:animEffect transition="in" filter="barn(inVertical)">
                                      <p:cBhvr>
                                        <p:cTn id="44" dur="500"/>
                                        <p:tgtEl>
                                          <p:spTgt spid="9">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9">
                                            <p:txEl>
                                              <p:pRg st="6" end="6"/>
                                            </p:txEl>
                                          </p:spTgt>
                                        </p:tgtEl>
                                        <p:attrNameLst>
                                          <p:attrName>style.visibility</p:attrName>
                                        </p:attrNameLst>
                                      </p:cBhvr>
                                      <p:to>
                                        <p:strVal val="visible"/>
                                      </p:to>
                                    </p:set>
                                    <p:animEffect transition="in" filter="barn(inVertical)">
                                      <p:cBhvr>
                                        <p:cTn id="49" dur="500"/>
                                        <p:tgtEl>
                                          <p:spTgt spid="9">
                                            <p:txEl>
                                              <p:pRg st="6" end="6"/>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9">
                                            <p:txEl>
                                              <p:pRg st="7" end="7"/>
                                            </p:txEl>
                                          </p:spTgt>
                                        </p:tgtEl>
                                        <p:attrNameLst>
                                          <p:attrName>style.visibility</p:attrName>
                                        </p:attrNameLst>
                                      </p:cBhvr>
                                      <p:to>
                                        <p:strVal val="visible"/>
                                      </p:to>
                                    </p:set>
                                    <p:animEffect transition="in" filter="barn(inVertical)">
                                      <p:cBhvr>
                                        <p:cTn id="54" dur="500"/>
                                        <p:tgtEl>
                                          <p:spTgt spid="9">
                                            <p:txEl>
                                              <p:pRg st="7" end="7"/>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9">
                                            <p:txEl>
                                              <p:pRg st="8" end="8"/>
                                            </p:txEl>
                                          </p:spTgt>
                                        </p:tgtEl>
                                        <p:attrNameLst>
                                          <p:attrName>style.visibility</p:attrName>
                                        </p:attrNameLst>
                                      </p:cBhvr>
                                      <p:to>
                                        <p:strVal val="visible"/>
                                      </p:to>
                                    </p:set>
                                    <p:animEffect transition="in" filter="barn(inVertical)">
                                      <p:cBhvr>
                                        <p:cTn id="59" dur="500"/>
                                        <p:tgtEl>
                                          <p:spTgt spid="9">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9">
                                            <p:txEl>
                                              <p:pRg st="9" end="9"/>
                                            </p:txEl>
                                          </p:spTgt>
                                        </p:tgtEl>
                                        <p:attrNameLst>
                                          <p:attrName>style.visibility</p:attrName>
                                        </p:attrNameLst>
                                      </p:cBhvr>
                                      <p:to>
                                        <p:strVal val="visible"/>
                                      </p:to>
                                    </p:set>
                                    <p:animEffect transition="in" filter="barn(inVertical)">
                                      <p:cBhvr>
                                        <p:cTn id="64" dur="500"/>
                                        <p:tgtEl>
                                          <p:spTgt spid="9">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9">
                                            <p:txEl>
                                              <p:pRg st="10" end="10"/>
                                            </p:txEl>
                                          </p:spTgt>
                                        </p:tgtEl>
                                        <p:attrNameLst>
                                          <p:attrName>style.visibility</p:attrName>
                                        </p:attrNameLst>
                                      </p:cBhvr>
                                      <p:to>
                                        <p:strVal val="visible"/>
                                      </p:to>
                                    </p:set>
                                    <p:animEffect transition="in" filter="barn(inVertical)">
                                      <p:cBhvr>
                                        <p:cTn id="69" dur="500"/>
                                        <p:tgtEl>
                                          <p:spTgt spid="9">
                                            <p:txEl>
                                              <p:pRg st="10" end="1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grpId="0" nodeType="clickEffect">
                                  <p:stCondLst>
                                    <p:cond delay="0"/>
                                  </p:stCondLst>
                                  <p:childTnLst>
                                    <p:set>
                                      <p:cBhvr>
                                        <p:cTn id="73" dur="1" fill="hold">
                                          <p:stCondLst>
                                            <p:cond delay="0"/>
                                          </p:stCondLst>
                                        </p:cTn>
                                        <p:tgtEl>
                                          <p:spTgt spid="9">
                                            <p:txEl>
                                              <p:pRg st="11" end="11"/>
                                            </p:txEl>
                                          </p:spTgt>
                                        </p:tgtEl>
                                        <p:attrNameLst>
                                          <p:attrName>style.visibility</p:attrName>
                                        </p:attrNameLst>
                                      </p:cBhvr>
                                      <p:to>
                                        <p:strVal val="visible"/>
                                      </p:to>
                                    </p:set>
                                    <p:animEffect transition="in" filter="barn(inVertical)">
                                      <p:cBhvr>
                                        <p:cTn id="74" dur="500"/>
                                        <p:tgtEl>
                                          <p:spTgt spid="9">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9">
                                            <p:txEl>
                                              <p:pRg st="12" end="12"/>
                                            </p:txEl>
                                          </p:spTgt>
                                        </p:tgtEl>
                                        <p:attrNameLst>
                                          <p:attrName>style.visibility</p:attrName>
                                        </p:attrNameLst>
                                      </p:cBhvr>
                                      <p:to>
                                        <p:strVal val="visible"/>
                                      </p:to>
                                    </p:set>
                                    <p:animEffect transition="in" filter="barn(inVertical)">
                                      <p:cBhvr>
                                        <p:cTn id="79" dur="500"/>
                                        <p:tgtEl>
                                          <p:spTgt spid="9">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6" presetClass="entr" presetSubtype="21" fill="hold" grpId="0" nodeType="clickEffect">
                                  <p:stCondLst>
                                    <p:cond delay="0"/>
                                  </p:stCondLst>
                                  <p:childTnLst>
                                    <p:set>
                                      <p:cBhvr>
                                        <p:cTn id="83" dur="1" fill="hold">
                                          <p:stCondLst>
                                            <p:cond delay="0"/>
                                          </p:stCondLst>
                                        </p:cTn>
                                        <p:tgtEl>
                                          <p:spTgt spid="9">
                                            <p:txEl>
                                              <p:pRg st="13" end="13"/>
                                            </p:txEl>
                                          </p:spTgt>
                                        </p:tgtEl>
                                        <p:attrNameLst>
                                          <p:attrName>style.visibility</p:attrName>
                                        </p:attrNameLst>
                                      </p:cBhvr>
                                      <p:to>
                                        <p:strVal val="visible"/>
                                      </p:to>
                                    </p:set>
                                    <p:animEffect transition="in" filter="barn(inVertical)">
                                      <p:cBhvr>
                                        <p:cTn id="84" dur="500"/>
                                        <p:tgtEl>
                                          <p:spTgt spid="9">
                                            <p:txEl>
                                              <p:pRg st="13" end="13"/>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6" presetClass="entr" presetSubtype="21" fill="hold" grpId="0" nodeType="clickEffect">
                                  <p:stCondLst>
                                    <p:cond delay="0"/>
                                  </p:stCondLst>
                                  <p:childTnLst>
                                    <p:set>
                                      <p:cBhvr>
                                        <p:cTn id="88" dur="1" fill="hold">
                                          <p:stCondLst>
                                            <p:cond delay="0"/>
                                          </p:stCondLst>
                                        </p:cTn>
                                        <p:tgtEl>
                                          <p:spTgt spid="9">
                                            <p:txEl>
                                              <p:pRg st="14" end="14"/>
                                            </p:txEl>
                                          </p:spTgt>
                                        </p:tgtEl>
                                        <p:attrNameLst>
                                          <p:attrName>style.visibility</p:attrName>
                                        </p:attrNameLst>
                                      </p:cBhvr>
                                      <p:to>
                                        <p:strVal val="visible"/>
                                      </p:to>
                                    </p:set>
                                    <p:animEffect transition="in" filter="barn(inVertical)">
                                      <p:cBhvr>
                                        <p:cTn id="89" dur="500"/>
                                        <p:tgtEl>
                                          <p:spTgt spid="9">
                                            <p:txEl>
                                              <p:pRg st="14" end="14"/>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6" presetClass="entr" presetSubtype="21" fill="hold" grpId="0" nodeType="clickEffect">
                                  <p:stCondLst>
                                    <p:cond delay="0"/>
                                  </p:stCondLst>
                                  <p:childTnLst>
                                    <p:set>
                                      <p:cBhvr>
                                        <p:cTn id="93" dur="1" fill="hold">
                                          <p:stCondLst>
                                            <p:cond delay="0"/>
                                          </p:stCondLst>
                                        </p:cTn>
                                        <p:tgtEl>
                                          <p:spTgt spid="9">
                                            <p:txEl>
                                              <p:pRg st="15" end="15"/>
                                            </p:txEl>
                                          </p:spTgt>
                                        </p:tgtEl>
                                        <p:attrNameLst>
                                          <p:attrName>style.visibility</p:attrName>
                                        </p:attrNameLst>
                                      </p:cBhvr>
                                      <p:to>
                                        <p:strVal val="visible"/>
                                      </p:to>
                                    </p:set>
                                    <p:animEffect transition="in" filter="barn(inVertical)">
                                      <p:cBhvr>
                                        <p:cTn id="94" dur="500"/>
                                        <p:tgtEl>
                                          <p:spTgt spid="9">
                                            <p:txEl>
                                              <p:pRg st="15" end="15"/>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6" presetClass="entr" presetSubtype="21" fill="hold" grpId="0" nodeType="clickEffect">
                                  <p:stCondLst>
                                    <p:cond delay="0"/>
                                  </p:stCondLst>
                                  <p:childTnLst>
                                    <p:set>
                                      <p:cBhvr>
                                        <p:cTn id="98" dur="1" fill="hold">
                                          <p:stCondLst>
                                            <p:cond delay="0"/>
                                          </p:stCondLst>
                                        </p:cTn>
                                        <p:tgtEl>
                                          <p:spTgt spid="9">
                                            <p:txEl>
                                              <p:pRg st="16" end="16"/>
                                            </p:txEl>
                                          </p:spTgt>
                                        </p:tgtEl>
                                        <p:attrNameLst>
                                          <p:attrName>style.visibility</p:attrName>
                                        </p:attrNameLst>
                                      </p:cBhvr>
                                      <p:to>
                                        <p:strVal val="visible"/>
                                      </p:to>
                                    </p:set>
                                    <p:animEffect transition="in" filter="barn(inVertical)">
                                      <p:cBhvr>
                                        <p:cTn id="99" dur="500"/>
                                        <p:tgtEl>
                                          <p:spTgt spid="9">
                                            <p:txEl>
                                              <p:pRg st="16" end="16"/>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grpId="0" nodeType="clickEffect">
                                  <p:stCondLst>
                                    <p:cond delay="0"/>
                                  </p:stCondLst>
                                  <p:childTnLst>
                                    <p:set>
                                      <p:cBhvr>
                                        <p:cTn id="103" dur="1" fill="hold">
                                          <p:stCondLst>
                                            <p:cond delay="0"/>
                                          </p:stCondLst>
                                        </p:cTn>
                                        <p:tgtEl>
                                          <p:spTgt spid="9">
                                            <p:txEl>
                                              <p:pRg st="17" end="17"/>
                                            </p:txEl>
                                          </p:spTgt>
                                        </p:tgtEl>
                                        <p:attrNameLst>
                                          <p:attrName>style.visibility</p:attrName>
                                        </p:attrNameLst>
                                      </p:cBhvr>
                                      <p:to>
                                        <p:strVal val="visible"/>
                                      </p:to>
                                    </p:set>
                                    <p:animEffect transition="in" filter="barn(inVertical)">
                                      <p:cBhvr>
                                        <p:cTn id="104" dur="500"/>
                                        <p:tgtEl>
                                          <p:spTgt spid="9">
                                            <p:txEl>
                                              <p:pRg st="17" end="17"/>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6" presetClass="entr" presetSubtype="21" fill="hold" grpId="0" nodeType="clickEffect">
                                  <p:stCondLst>
                                    <p:cond delay="0"/>
                                  </p:stCondLst>
                                  <p:childTnLst>
                                    <p:set>
                                      <p:cBhvr>
                                        <p:cTn id="108" dur="1" fill="hold">
                                          <p:stCondLst>
                                            <p:cond delay="0"/>
                                          </p:stCondLst>
                                        </p:cTn>
                                        <p:tgtEl>
                                          <p:spTgt spid="9">
                                            <p:txEl>
                                              <p:pRg st="18" end="18"/>
                                            </p:txEl>
                                          </p:spTgt>
                                        </p:tgtEl>
                                        <p:attrNameLst>
                                          <p:attrName>style.visibility</p:attrName>
                                        </p:attrNameLst>
                                      </p:cBhvr>
                                      <p:to>
                                        <p:strVal val="visible"/>
                                      </p:to>
                                    </p:set>
                                    <p:animEffect transition="in" filter="barn(inVertical)">
                                      <p:cBhvr>
                                        <p:cTn id="109" dur="500"/>
                                        <p:tgtEl>
                                          <p:spTgt spid="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7F41-7135-EF36-28EA-053414A72ACA}"/>
              </a:ext>
            </a:extLst>
          </p:cNvPr>
          <p:cNvSpPr>
            <a:spLocks noGrp="1"/>
          </p:cNvSpPr>
          <p:nvPr>
            <p:ph type="title"/>
          </p:nvPr>
        </p:nvSpPr>
        <p:spPr>
          <a:xfrm>
            <a:off x="262759" y="0"/>
            <a:ext cx="9527417" cy="946440"/>
          </a:xfrm>
        </p:spPr>
        <p:txBody>
          <a:bodyPr/>
          <a:lstStyle/>
          <a:p>
            <a:r>
              <a:rPr lang="en-US" dirty="0">
                <a:latin typeface="Times New Roman" panose="02020603050405020304" pitchFamily="18" charset="0"/>
                <a:cs typeface="Times New Roman" panose="02020603050405020304" pitchFamily="18" charset="0"/>
              </a:rPr>
              <a:t>3.</a:t>
            </a:r>
            <a:r>
              <a:rPr lang="vi-VN" b="0" i="0" dirty="0">
                <a:solidFill>
                  <a:srgbClr val="282523"/>
                </a:solidFill>
                <a:effectLst/>
                <a:latin typeface="Times New Roman" panose="02020603050405020304" pitchFamily="18" charset="0"/>
                <a:cs typeface="Times New Roman" panose="02020603050405020304" pitchFamily="18" charset="0"/>
              </a:rPr>
              <a:t> </a:t>
            </a:r>
            <a:r>
              <a:rPr lang="en-US" b="0" i="0" dirty="0">
                <a:solidFill>
                  <a:srgbClr val="282523"/>
                </a:solidFill>
                <a:effectLst/>
                <a:latin typeface="Times New Roman" panose="02020603050405020304" pitchFamily="18" charset="0"/>
                <a:cs typeface="Times New Roman" panose="02020603050405020304" pitchFamily="18" charset="0"/>
              </a:rPr>
              <a:t>C</a:t>
            </a:r>
            <a:r>
              <a:rPr lang="vi-VN" b="0" i="0" dirty="0">
                <a:solidFill>
                  <a:srgbClr val="282523"/>
                </a:solidFill>
                <a:effectLst/>
                <a:latin typeface="Times New Roman" panose="02020603050405020304" pitchFamily="18" charset="0"/>
                <a:cs typeface="Times New Roman" panose="02020603050405020304" pitchFamily="18" charset="0"/>
              </a:rPr>
              <a:t>ách thức hoạt động của thương mại điện tử</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F7F6CC9-00D2-0E1E-828B-911EBD55C74C}"/>
              </a:ext>
            </a:extLst>
          </p:cNvPr>
          <p:cNvSpPr>
            <a:spLocks noGrp="1"/>
          </p:cNvSpPr>
          <p:nvPr>
            <p:ph type="subTitle"/>
          </p:nvPr>
        </p:nvSpPr>
        <p:spPr>
          <a:xfrm>
            <a:off x="0" y="865103"/>
            <a:ext cx="9527417" cy="3940344"/>
          </a:xfrm>
        </p:spPr>
        <p:txBody>
          <a:bodyPr/>
          <a:lstStyle/>
          <a:p>
            <a:pPr marL="342900" indent="-342900">
              <a:buFont typeface="Arial" panose="020B0604020202020204" pitchFamily="34" charset="0"/>
              <a:buChar char="•"/>
            </a:pPr>
            <a:r>
              <a:rPr lang="vi-VN" sz="2000" b="1" dirty="0">
                <a:latin typeface="Times New Roman" panose="02020603050405020304" pitchFamily="18" charset="0"/>
                <a:cs typeface="Times New Roman" panose="02020603050405020304" pitchFamily="18" charset="0"/>
              </a:rPr>
              <a:t>Website hoặc ứng dụng</a:t>
            </a:r>
            <a:r>
              <a:rPr lang="vi-VN" sz="2000" dirty="0">
                <a:latin typeface="Times New Roman" panose="02020603050405020304" pitchFamily="18" charset="0"/>
                <a:cs typeface="Times New Roman" panose="02020603050405020304" pitchFamily="18" charset="0"/>
              </a:rPr>
              <a:t>: Người bán cần có một nền tảng trực tuyến (website hoặc app) để trưng bày sản phẩm hoặc dịch vụ.</a:t>
            </a:r>
          </a:p>
          <a:p>
            <a:pPr marL="342900" indent="-342900">
              <a:buFont typeface="Arial" panose="020B0604020202020204" pitchFamily="34" charset="0"/>
              <a:buChar char="•"/>
            </a:pPr>
            <a:r>
              <a:rPr lang="vi-VN" sz="2000" b="1" dirty="0">
                <a:latin typeface="Times New Roman" panose="02020603050405020304" pitchFamily="18" charset="0"/>
                <a:cs typeface="Times New Roman" panose="02020603050405020304" pitchFamily="18" charset="0"/>
              </a:rPr>
              <a:t>Cơ sở dữ liệu</a:t>
            </a:r>
            <a:r>
              <a:rPr lang="vi-VN" sz="2000" dirty="0">
                <a:latin typeface="Times New Roman" panose="02020603050405020304" pitchFamily="18" charset="0"/>
                <a:cs typeface="Times New Roman" panose="02020603050405020304" pitchFamily="18" charset="0"/>
              </a:rPr>
              <a:t>: Lưu trữ thông tin về sản phẩm, giá cả, tồn kho và thông tin khách hàng.</a:t>
            </a:r>
          </a:p>
          <a:p>
            <a:pPr marL="342900" indent="-342900">
              <a:buFont typeface="Arial" panose="020B0604020202020204" pitchFamily="34" charset="0"/>
              <a:buChar char="•"/>
            </a:pPr>
            <a:r>
              <a:rPr lang="vi-VN" sz="2000" b="1" dirty="0">
                <a:latin typeface="Times New Roman" panose="02020603050405020304" pitchFamily="18" charset="0"/>
                <a:cs typeface="Times New Roman" panose="02020603050405020304" pitchFamily="18" charset="0"/>
              </a:rPr>
              <a:t>Giỏ hàng</a:t>
            </a:r>
            <a:r>
              <a:rPr lang="vi-VN" sz="2000" dirty="0">
                <a:latin typeface="Times New Roman" panose="02020603050405020304" pitchFamily="18" charset="0"/>
                <a:cs typeface="Times New Roman" panose="02020603050405020304" pitchFamily="18" charset="0"/>
              </a:rPr>
              <a:t>: Người mua lựa chọn sản phẩm và thêm vào giỏ hàng trực tuyến.</a:t>
            </a:r>
          </a:p>
          <a:p>
            <a:pPr marL="342900" indent="-342900">
              <a:buFont typeface="Arial" panose="020B0604020202020204" pitchFamily="34" charset="0"/>
              <a:buChar char="•"/>
            </a:pPr>
            <a:r>
              <a:rPr lang="vi-VN" sz="2000" b="1" dirty="0">
                <a:latin typeface="Times New Roman" panose="02020603050405020304" pitchFamily="18" charset="0"/>
                <a:cs typeface="Times New Roman" panose="02020603050405020304" pitchFamily="18" charset="0"/>
              </a:rPr>
              <a:t>Thanh toán trực tuyến</a:t>
            </a:r>
            <a:r>
              <a:rPr lang="vi-VN" sz="2000" dirty="0">
                <a:latin typeface="Times New Roman" panose="02020603050405020304" pitchFamily="18" charset="0"/>
                <a:cs typeface="Times New Roman" panose="02020603050405020304" pitchFamily="18" charset="0"/>
              </a:rPr>
              <a:t>: Hệ thống tích hợp các phương thức thanh toán như thẻ tín dụng, ví điện tử, chuyển khoản ngân hàng.</a:t>
            </a:r>
          </a:p>
          <a:p>
            <a:pPr marL="342900" indent="-342900">
              <a:buFont typeface="Arial" panose="020B0604020202020204" pitchFamily="34" charset="0"/>
              <a:buChar char="•"/>
            </a:pPr>
            <a:r>
              <a:rPr lang="vi-VN" sz="2000" b="1" dirty="0">
                <a:latin typeface="Times New Roman" panose="02020603050405020304" pitchFamily="18" charset="0"/>
                <a:cs typeface="Times New Roman" panose="02020603050405020304" pitchFamily="18" charset="0"/>
              </a:rPr>
              <a:t>Vận chuyển</a:t>
            </a:r>
            <a:r>
              <a:rPr lang="vi-VN" sz="2000" dirty="0">
                <a:latin typeface="Times New Roman" panose="02020603050405020304" pitchFamily="18" charset="0"/>
                <a:cs typeface="Times New Roman" panose="02020603050405020304" pitchFamily="18" charset="0"/>
              </a:rPr>
              <a:t>: Hàng hóa được gửi từ kho của người bán đến địa chỉ của người mua.</a:t>
            </a:r>
          </a:p>
          <a:p>
            <a:pPr marL="342900" indent="-342900">
              <a:buFont typeface="Arial" panose="020B0604020202020204" pitchFamily="34" charset="0"/>
              <a:buChar char="•"/>
            </a:pPr>
            <a:r>
              <a:rPr lang="vi-VN" sz="2000" b="1" dirty="0">
                <a:latin typeface="Times New Roman" panose="02020603050405020304" pitchFamily="18" charset="0"/>
                <a:cs typeface="Times New Roman" panose="02020603050405020304" pitchFamily="18" charset="0"/>
              </a:rPr>
              <a:t>Dịch vụ hậu mãi</a:t>
            </a:r>
            <a:r>
              <a:rPr lang="vi-VN" sz="2000" dirty="0">
                <a:latin typeface="Times New Roman" panose="02020603050405020304" pitchFamily="18" charset="0"/>
                <a:cs typeface="Times New Roman" panose="02020603050405020304" pitchFamily="18" charset="0"/>
              </a:rPr>
              <a:t>: Bao gồm chăm sóc khách hàng, hoàn trả và bảo hành sản phẩm</a:t>
            </a:r>
            <a:r>
              <a:rPr lang="en-US" sz="2000" dirty="0">
                <a:latin typeface="Times New Roman" panose="02020603050405020304" pitchFamily="18" charset="0"/>
                <a:cs typeface="Times New Roman" panose="02020603050405020304" pitchFamily="18" charset="0"/>
              </a:rPr>
              <a:t>.</a:t>
            </a:r>
            <a:endParaRPr lang="vi-VN" sz="2000" dirty="0">
              <a:latin typeface="Times New Roman" panose="02020603050405020304" pitchFamily="18" charset="0"/>
              <a:cs typeface="Times New Roman" panose="02020603050405020304" pitchFamily="18" charset="0"/>
            </a:endParaRPr>
          </a:p>
          <a:p>
            <a:pPr marL="0" indent="0" algn="l">
              <a:buNone/>
            </a:pPr>
            <a:endParaRPr lang="en-US" dirty="0"/>
          </a:p>
        </p:txBody>
      </p:sp>
    </p:spTree>
    <p:extLst>
      <p:ext uri="{BB962C8B-B14F-4D97-AF65-F5344CB8AC3E}">
        <p14:creationId xmlns:p14="http://schemas.microsoft.com/office/powerpoint/2010/main" val="1977689543"/>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 calcmode="lin" valueType="num">
                                      <p:cBhvr additive="base">
                                        <p:cTn id="4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truck and various devices&#10;&#10;Description automatically generated with medium confidence">
            <a:extLst>
              <a:ext uri="{FF2B5EF4-FFF2-40B4-BE49-F238E27FC236}">
                <a16:creationId xmlns:a16="http://schemas.microsoft.com/office/drawing/2014/main" id="{B46FEA45-F300-D004-A0BA-55E5DC2AF278}"/>
              </a:ext>
            </a:extLst>
          </p:cNvPr>
          <p:cNvPicPr>
            <a:picLocks noChangeAspect="1"/>
          </p:cNvPicPr>
          <p:nvPr/>
        </p:nvPicPr>
        <p:blipFill>
          <a:blip r:embed="rId2"/>
          <a:stretch>
            <a:fillRect/>
          </a:stretch>
        </p:blipFill>
        <p:spPr>
          <a:xfrm>
            <a:off x="0" y="0"/>
            <a:ext cx="4880919" cy="5670550"/>
          </a:xfrm>
          <a:prstGeom prst="rect">
            <a:avLst/>
          </a:prstGeom>
        </p:spPr>
      </p:pic>
      <p:pic>
        <p:nvPicPr>
          <p:cNvPr id="3" name="Picture 2" descr="A group of people standing next to a yellow truck&#10;&#10;Description automatically generated">
            <a:extLst>
              <a:ext uri="{FF2B5EF4-FFF2-40B4-BE49-F238E27FC236}">
                <a16:creationId xmlns:a16="http://schemas.microsoft.com/office/drawing/2014/main" id="{550CB297-FC09-D4AD-BDDC-1E91DA89D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0919" y="0"/>
            <a:ext cx="5199705" cy="5670550"/>
          </a:xfrm>
          <a:prstGeom prst="rect">
            <a:avLst/>
          </a:prstGeom>
        </p:spPr>
      </p:pic>
    </p:spTree>
    <p:extLst>
      <p:ext uri="{BB962C8B-B14F-4D97-AF65-F5344CB8AC3E}">
        <p14:creationId xmlns:p14="http://schemas.microsoft.com/office/powerpoint/2010/main" val="442763482"/>
      </p:ext>
    </p:extLst>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D784F00-FC6B-B77E-9186-9D67B0ACE5B3}"/>
              </a:ext>
            </a:extLst>
          </p:cNvPr>
          <p:cNvSpPr>
            <a:spLocks noGrp="1"/>
          </p:cNvSpPr>
          <p:nvPr>
            <p:ph type="title"/>
          </p:nvPr>
        </p:nvSpPr>
        <p:spPr>
          <a:xfrm>
            <a:off x="199057" y="126667"/>
            <a:ext cx="8694539" cy="1096044"/>
          </a:xfrm>
        </p:spPr>
        <p:txBody>
          <a:bodyPr>
            <a:normAutofit/>
          </a:bodyPr>
          <a:lstStyle/>
          <a:p>
            <a:r>
              <a:rPr lang="en-US" dirty="0">
                <a:latin typeface="Times New Roman" panose="02020603050405020304" pitchFamily="18" charset="0"/>
                <a:cs typeface="Times New Roman" panose="02020603050405020304" pitchFamily="18" charset="0"/>
              </a:rPr>
              <a:t>4.Ưu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tử</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5E4F0D3B-8689-957D-AAC4-C6E9275FDCAC}"/>
              </a:ext>
            </a:extLst>
          </p:cNvPr>
          <p:cNvSpPr>
            <a:spLocks noGrp="1"/>
          </p:cNvSpPr>
          <p:nvPr>
            <p:ph sz="half" idx="1"/>
          </p:nvPr>
        </p:nvSpPr>
        <p:spPr>
          <a:xfrm>
            <a:off x="199057" y="1222710"/>
            <a:ext cx="4414984" cy="3802977"/>
          </a:xfrm>
        </p:spPr>
        <p:txBody>
          <a:bodyPr>
            <a:noAutofit/>
          </a:bodyPr>
          <a:lstStyle/>
          <a:p>
            <a:pPr marL="0" indent="0" algn="l">
              <a:buNone/>
            </a:pPr>
            <a:r>
              <a:rPr lang="en-US" sz="1800" b="1" dirty="0">
                <a:solidFill>
                  <a:srgbClr val="282523"/>
                </a:solidFill>
                <a:latin typeface="Times New Roman "/>
              </a:rPr>
              <a:t> -  </a:t>
            </a:r>
            <a:r>
              <a:rPr lang="vi-VN" sz="1800" b="1" i="0" dirty="0">
                <a:solidFill>
                  <a:srgbClr val="282523"/>
                </a:solidFill>
                <a:effectLst/>
                <a:latin typeface="Times New Roman "/>
              </a:rPr>
              <a:t>Ưu điểm:</a:t>
            </a:r>
          </a:p>
          <a:p>
            <a:pPr algn="l">
              <a:buFont typeface="Arial" panose="020B0604020202020204" pitchFamily="34" charset="0"/>
              <a:buChar char="•"/>
            </a:pPr>
            <a:r>
              <a:rPr lang="en-US" sz="1600" b="1" dirty="0">
                <a:solidFill>
                  <a:srgbClr val="282523"/>
                </a:solidFill>
                <a:latin typeface="Times New Roman "/>
              </a:rPr>
              <a:t>T</a:t>
            </a:r>
            <a:r>
              <a:rPr lang="vi-VN" sz="1600" b="1" i="0" dirty="0">
                <a:solidFill>
                  <a:srgbClr val="282523"/>
                </a:solidFill>
                <a:effectLst/>
                <a:latin typeface="Times New Roman "/>
              </a:rPr>
              <a:t>iện </a:t>
            </a:r>
            <a:r>
              <a:rPr lang="en-US" sz="1600" b="1" i="0" dirty="0">
                <a:solidFill>
                  <a:srgbClr val="282523"/>
                </a:solidFill>
                <a:effectLst/>
                <a:latin typeface="Times New Roman "/>
              </a:rPr>
              <a:t>l</a:t>
            </a:r>
            <a:r>
              <a:rPr lang="vi-VN" sz="1600" b="1" i="0" dirty="0">
                <a:solidFill>
                  <a:srgbClr val="282523"/>
                </a:solidFill>
                <a:effectLst/>
                <a:latin typeface="Times New Roman "/>
              </a:rPr>
              <a:t>ợi</a:t>
            </a:r>
            <a:r>
              <a:rPr lang="vi-VN" sz="1600" b="0" i="0" dirty="0">
                <a:solidFill>
                  <a:srgbClr val="282523"/>
                </a:solidFill>
                <a:effectLst/>
                <a:latin typeface="Times New Roman "/>
              </a:rPr>
              <a:t>: Mua sắm mọi lúc, mọi nơi, không cần phải di chuyển.</a:t>
            </a:r>
          </a:p>
          <a:p>
            <a:pPr algn="l">
              <a:buFont typeface="Arial" panose="020B0604020202020204" pitchFamily="34" charset="0"/>
              <a:buChar char="•"/>
            </a:pPr>
            <a:r>
              <a:rPr lang="vi-VN" sz="1600" b="1" i="0" dirty="0">
                <a:solidFill>
                  <a:srgbClr val="282523"/>
                </a:solidFill>
                <a:effectLst/>
                <a:latin typeface="Times New Roman "/>
              </a:rPr>
              <a:t>Đa </a:t>
            </a:r>
            <a:r>
              <a:rPr lang="en-US" sz="1600" b="1" i="0" dirty="0">
                <a:solidFill>
                  <a:srgbClr val="282523"/>
                </a:solidFill>
                <a:effectLst/>
                <a:latin typeface="Times New Roman "/>
              </a:rPr>
              <a:t>d</a:t>
            </a:r>
            <a:r>
              <a:rPr lang="vi-VN" sz="1600" b="1" i="0" dirty="0">
                <a:solidFill>
                  <a:srgbClr val="282523"/>
                </a:solidFill>
                <a:effectLst/>
                <a:latin typeface="Times New Roman "/>
              </a:rPr>
              <a:t>ạng </a:t>
            </a:r>
            <a:r>
              <a:rPr lang="en-US" sz="1600" b="1" dirty="0">
                <a:solidFill>
                  <a:srgbClr val="282523"/>
                </a:solidFill>
                <a:latin typeface="Times New Roman "/>
              </a:rPr>
              <a:t>l</a:t>
            </a:r>
            <a:r>
              <a:rPr lang="vi-VN" sz="1600" b="1" i="0" dirty="0">
                <a:solidFill>
                  <a:srgbClr val="282523"/>
                </a:solidFill>
                <a:effectLst/>
                <a:latin typeface="Times New Roman "/>
              </a:rPr>
              <a:t>ựa </a:t>
            </a:r>
            <a:r>
              <a:rPr lang="en-US" sz="1600" b="1" i="0" dirty="0">
                <a:solidFill>
                  <a:srgbClr val="282523"/>
                </a:solidFill>
                <a:effectLst/>
                <a:latin typeface="Times New Roman "/>
              </a:rPr>
              <a:t>c</a:t>
            </a:r>
            <a:r>
              <a:rPr lang="vi-VN" sz="1600" b="1" i="0" dirty="0">
                <a:solidFill>
                  <a:srgbClr val="282523"/>
                </a:solidFill>
                <a:effectLst/>
                <a:latin typeface="Times New Roman "/>
              </a:rPr>
              <a:t>họn</a:t>
            </a:r>
            <a:r>
              <a:rPr lang="vi-VN" sz="1600" b="0" i="0" dirty="0">
                <a:solidFill>
                  <a:srgbClr val="282523"/>
                </a:solidFill>
                <a:effectLst/>
                <a:latin typeface="Times New Roman "/>
              </a:rPr>
              <a:t>: Tiếp cận vô số sản phẩm và dịch vụ từ nhiều nhà cung cấp khác nhau trên toàn cầu.</a:t>
            </a:r>
          </a:p>
          <a:p>
            <a:pPr algn="l">
              <a:buFont typeface="Arial" panose="020B0604020202020204" pitchFamily="34" charset="0"/>
              <a:buChar char="•"/>
            </a:pPr>
            <a:r>
              <a:rPr lang="vi-VN" sz="1600" b="1" i="0" dirty="0">
                <a:solidFill>
                  <a:srgbClr val="282523"/>
                </a:solidFill>
                <a:effectLst/>
                <a:latin typeface="Times New Roman "/>
              </a:rPr>
              <a:t>Tiết </a:t>
            </a:r>
            <a:r>
              <a:rPr lang="en-US" sz="1600" b="1" i="0" dirty="0">
                <a:solidFill>
                  <a:srgbClr val="282523"/>
                </a:solidFill>
                <a:effectLst/>
                <a:latin typeface="Times New Roman "/>
              </a:rPr>
              <a:t>k</a:t>
            </a:r>
            <a:r>
              <a:rPr lang="vi-VN" sz="1600" b="1" i="0" dirty="0">
                <a:solidFill>
                  <a:srgbClr val="282523"/>
                </a:solidFill>
                <a:effectLst/>
                <a:latin typeface="Times New Roman "/>
              </a:rPr>
              <a:t>iệm </a:t>
            </a:r>
            <a:r>
              <a:rPr lang="en-US" sz="1600" b="1" dirty="0">
                <a:solidFill>
                  <a:srgbClr val="282523"/>
                </a:solidFill>
                <a:latin typeface="Times New Roman "/>
              </a:rPr>
              <a:t>t</a:t>
            </a:r>
            <a:r>
              <a:rPr lang="vi-VN" sz="1600" b="1" i="0" dirty="0">
                <a:solidFill>
                  <a:srgbClr val="282523"/>
                </a:solidFill>
                <a:effectLst/>
                <a:latin typeface="Times New Roman "/>
              </a:rPr>
              <a:t>hời </a:t>
            </a:r>
            <a:r>
              <a:rPr lang="en-US" sz="1600" b="1" dirty="0">
                <a:solidFill>
                  <a:srgbClr val="282523"/>
                </a:solidFill>
                <a:latin typeface="Times New Roman "/>
              </a:rPr>
              <a:t>g</a:t>
            </a:r>
            <a:r>
              <a:rPr lang="vi-VN" sz="1600" b="1" i="0" dirty="0">
                <a:solidFill>
                  <a:srgbClr val="282523"/>
                </a:solidFill>
                <a:effectLst/>
                <a:latin typeface="Times New Roman "/>
              </a:rPr>
              <a:t>ian</a:t>
            </a:r>
            <a:r>
              <a:rPr lang="vi-VN" sz="1600" b="0" i="0" dirty="0">
                <a:solidFill>
                  <a:srgbClr val="282523"/>
                </a:solidFill>
                <a:effectLst/>
                <a:latin typeface="Times New Roman "/>
              </a:rPr>
              <a:t>: Chỉ cần vài click chuột là có thể hoàn tất mua hàng.</a:t>
            </a:r>
          </a:p>
          <a:p>
            <a:pPr algn="l">
              <a:buFont typeface="Arial" panose="020B0604020202020204" pitchFamily="34" charset="0"/>
              <a:buChar char="•"/>
            </a:pPr>
            <a:r>
              <a:rPr lang="vi-VN" sz="1600" b="1" i="0" dirty="0">
                <a:solidFill>
                  <a:srgbClr val="282523"/>
                </a:solidFill>
                <a:effectLst/>
                <a:latin typeface="Times New Roman "/>
              </a:rPr>
              <a:t>Thanh </a:t>
            </a:r>
            <a:r>
              <a:rPr lang="en-US" sz="1600" b="1" i="0" dirty="0">
                <a:solidFill>
                  <a:srgbClr val="282523"/>
                </a:solidFill>
                <a:effectLst/>
                <a:latin typeface="Times New Roman "/>
              </a:rPr>
              <a:t>t</a:t>
            </a:r>
            <a:r>
              <a:rPr lang="vi-VN" sz="1600" b="1" i="0" dirty="0">
                <a:solidFill>
                  <a:srgbClr val="282523"/>
                </a:solidFill>
                <a:effectLst/>
                <a:latin typeface="Times New Roman "/>
              </a:rPr>
              <a:t>oán </a:t>
            </a:r>
            <a:r>
              <a:rPr lang="en-US" sz="1600" b="1" dirty="0">
                <a:solidFill>
                  <a:srgbClr val="282523"/>
                </a:solidFill>
                <a:latin typeface="Times New Roman "/>
              </a:rPr>
              <a:t>n</a:t>
            </a:r>
            <a:r>
              <a:rPr lang="vi-VN" sz="1600" b="1" i="0" dirty="0">
                <a:solidFill>
                  <a:srgbClr val="282523"/>
                </a:solidFill>
                <a:effectLst/>
                <a:latin typeface="Times New Roman "/>
              </a:rPr>
              <a:t>hanh </a:t>
            </a:r>
            <a:r>
              <a:rPr lang="en-US" sz="1600" b="1" dirty="0">
                <a:solidFill>
                  <a:srgbClr val="282523"/>
                </a:solidFill>
                <a:latin typeface="Times New Roman "/>
              </a:rPr>
              <a:t>c</a:t>
            </a:r>
            <a:r>
              <a:rPr lang="vi-VN" sz="1600" b="1" i="0" dirty="0">
                <a:solidFill>
                  <a:srgbClr val="282523"/>
                </a:solidFill>
                <a:effectLst/>
                <a:latin typeface="Times New Roman "/>
              </a:rPr>
              <a:t>hóng</a:t>
            </a:r>
            <a:r>
              <a:rPr lang="vi-VN" sz="1600" b="0" i="0" dirty="0">
                <a:solidFill>
                  <a:srgbClr val="282523"/>
                </a:solidFill>
                <a:effectLst/>
                <a:latin typeface="Times New Roman "/>
              </a:rPr>
              <a:t>: Các phương thức thanh toán trực tuyến như thẻ tín dụng, ví điện tử, chuyển khoản ngân hàng.</a:t>
            </a:r>
          </a:p>
          <a:p>
            <a:pPr algn="l">
              <a:buFont typeface="Arial" panose="020B0604020202020204" pitchFamily="34" charset="0"/>
              <a:buChar char="•"/>
            </a:pPr>
            <a:r>
              <a:rPr lang="vi-VN" sz="1600" b="1" i="0" dirty="0">
                <a:solidFill>
                  <a:srgbClr val="282523"/>
                </a:solidFill>
                <a:effectLst/>
                <a:latin typeface="Times New Roman "/>
              </a:rPr>
              <a:t>Cá </a:t>
            </a:r>
            <a:r>
              <a:rPr lang="en-US" sz="1600" b="1" i="0" dirty="0">
                <a:solidFill>
                  <a:srgbClr val="282523"/>
                </a:solidFill>
                <a:effectLst/>
                <a:latin typeface="Times New Roman "/>
              </a:rPr>
              <a:t>n</a:t>
            </a:r>
            <a:r>
              <a:rPr lang="vi-VN" sz="1600" b="1" i="0" dirty="0">
                <a:solidFill>
                  <a:srgbClr val="282523"/>
                </a:solidFill>
                <a:effectLst/>
                <a:latin typeface="Times New Roman "/>
              </a:rPr>
              <a:t>hân </a:t>
            </a:r>
            <a:r>
              <a:rPr lang="en-US" sz="1600" b="1" dirty="0">
                <a:solidFill>
                  <a:srgbClr val="282523"/>
                </a:solidFill>
                <a:latin typeface="Times New Roman "/>
              </a:rPr>
              <a:t>h</a:t>
            </a:r>
            <a:r>
              <a:rPr lang="vi-VN" sz="1600" b="1" i="0" dirty="0">
                <a:solidFill>
                  <a:srgbClr val="282523"/>
                </a:solidFill>
                <a:effectLst/>
                <a:latin typeface="Times New Roman "/>
              </a:rPr>
              <a:t>óa </a:t>
            </a:r>
            <a:r>
              <a:rPr lang="en-US" sz="1600" b="1" dirty="0">
                <a:solidFill>
                  <a:srgbClr val="282523"/>
                </a:solidFill>
                <a:latin typeface="Times New Roman "/>
              </a:rPr>
              <a:t>t</a:t>
            </a:r>
            <a:r>
              <a:rPr lang="vi-VN" sz="1600" b="1" i="0" dirty="0">
                <a:solidFill>
                  <a:srgbClr val="282523"/>
                </a:solidFill>
                <a:effectLst/>
                <a:latin typeface="Times New Roman "/>
              </a:rPr>
              <a:t>rải </a:t>
            </a:r>
            <a:r>
              <a:rPr lang="en-US" sz="1600" b="1" dirty="0">
                <a:solidFill>
                  <a:srgbClr val="282523"/>
                </a:solidFill>
                <a:latin typeface="Times New Roman "/>
              </a:rPr>
              <a:t>n</a:t>
            </a:r>
            <a:r>
              <a:rPr lang="vi-VN" sz="1600" b="1" i="0" dirty="0">
                <a:solidFill>
                  <a:srgbClr val="282523"/>
                </a:solidFill>
                <a:effectLst/>
                <a:latin typeface="Times New Roman "/>
              </a:rPr>
              <a:t>ghiệm</a:t>
            </a:r>
            <a:r>
              <a:rPr lang="vi-VN" sz="1600" b="0" i="0" dirty="0">
                <a:solidFill>
                  <a:srgbClr val="282523"/>
                </a:solidFill>
                <a:effectLst/>
                <a:latin typeface="Times New Roman "/>
              </a:rPr>
              <a:t>: Gợi ý sản phẩm dựa trên lịch sử mua hàng và thói quen của người dùng.</a:t>
            </a:r>
          </a:p>
          <a:p>
            <a:endParaRPr lang="en-US" sz="1600" dirty="0">
              <a:latin typeface="Times New Roman "/>
            </a:endParaRPr>
          </a:p>
        </p:txBody>
      </p:sp>
      <p:sp>
        <p:nvSpPr>
          <p:cNvPr id="9" name="Content Placeholder 8">
            <a:extLst>
              <a:ext uri="{FF2B5EF4-FFF2-40B4-BE49-F238E27FC236}">
                <a16:creationId xmlns:a16="http://schemas.microsoft.com/office/drawing/2014/main" id="{0B93F2E5-7366-E8F0-C26E-0423877901CD}"/>
              </a:ext>
            </a:extLst>
          </p:cNvPr>
          <p:cNvSpPr>
            <a:spLocks noGrp="1"/>
          </p:cNvSpPr>
          <p:nvPr>
            <p:ph sz="half" idx="2"/>
          </p:nvPr>
        </p:nvSpPr>
        <p:spPr>
          <a:xfrm>
            <a:off x="4740165" y="1226222"/>
            <a:ext cx="4803228" cy="3802978"/>
          </a:xfrm>
        </p:spPr>
        <p:txBody>
          <a:bodyPr>
            <a:noAutofit/>
          </a:bodyPr>
          <a:lstStyle/>
          <a:p>
            <a:pPr marL="0" indent="0" algn="l">
              <a:buNone/>
            </a:pPr>
            <a:r>
              <a:rPr lang="en-US" sz="1800" b="1" i="0" dirty="0">
                <a:solidFill>
                  <a:srgbClr val="282523"/>
                </a:solidFill>
                <a:effectLst/>
                <a:latin typeface="Times New Roman "/>
              </a:rPr>
              <a:t>-   </a:t>
            </a:r>
            <a:r>
              <a:rPr lang="vi-VN" sz="1800" b="1" i="0" dirty="0">
                <a:solidFill>
                  <a:srgbClr val="282523"/>
                </a:solidFill>
                <a:effectLst/>
                <a:latin typeface="Times New Roman "/>
              </a:rPr>
              <a:t>Nhược điểm</a:t>
            </a:r>
            <a:r>
              <a:rPr lang="en-US" sz="1800" b="1" i="0" dirty="0">
                <a:solidFill>
                  <a:srgbClr val="282523"/>
                </a:solidFill>
                <a:effectLst/>
                <a:latin typeface="Times New Roman "/>
              </a:rPr>
              <a:t>:</a:t>
            </a:r>
            <a:endParaRPr lang="vi-VN" sz="1800" b="1" i="0" dirty="0">
              <a:solidFill>
                <a:srgbClr val="282523"/>
              </a:solidFill>
              <a:effectLst/>
              <a:latin typeface="Times New Roman "/>
            </a:endParaRPr>
          </a:p>
          <a:p>
            <a:pPr algn="l">
              <a:buFont typeface="Arial" panose="020B0604020202020204" pitchFamily="34" charset="0"/>
              <a:buChar char="•"/>
            </a:pPr>
            <a:r>
              <a:rPr lang="vi-VN" sz="1600" b="1" i="0" dirty="0">
                <a:solidFill>
                  <a:srgbClr val="282523"/>
                </a:solidFill>
                <a:effectLst/>
                <a:latin typeface="Times New Roman "/>
              </a:rPr>
              <a:t>Bảo </a:t>
            </a:r>
            <a:r>
              <a:rPr lang="en-US" sz="1600" b="1" i="0" dirty="0">
                <a:solidFill>
                  <a:srgbClr val="282523"/>
                </a:solidFill>
                <a:effectLst/>
                <a:latin typeface="Times New Roman "/>
              </a:rPr>
              <a:t>m</a:t>
            </a:r>
            <a:r>
              <a:rPr lang="vi-VN" sz="1600" b="1" i="0" dirty="0">
                <a:solidFill>
                  <a:srgbClr val="282523"/>
                </a:solidFill>
                <a:effectLst/>
                <a:latin typeface="Times New Roman "/>
              </a:rPr>
              <a:t>ật </a:t>
            </a:r>
            <a:r>
              <a:rPr lang="en-US" sz="1600" b="1" dirty="0">
                <a:solidFill>
                  <a:srgbClr val="282523"/>
                </a:solidFill>
                <a:latin typeface="Times New Roman "/>
              </a:rPr>
              <a:t>t</a:t>
            </a:r>
            <a:r>
              <a:rPr lang="vi-VN" sz="1600" b="1" i="0" dirty="0">
                <a:solidFill>
                  <a:srgbClr val="282523"/>
                </a:solidFill>
                <a:effectLst/>
                <a:latin typeface="Times New Roman "/>
              </a:rPr>
              <a:t>hông </a:t>
            </a:r>
            <a:r>
              <a:rPr lang="en-US" sz="1600" b="1" dirty="0">
                <a:solidFill>
                  <a:srgbClr val="282523"/>
                </a:solidFill>
                <a:latin typeface="Times New Roman "/>
              </a:rPr>
              <a:t>t</a:t>
            </a:r>
            <a:r>
              <a:rPr lang="vi-VN" sz="1600" b="1" i="0" dirty="0">
                <a:solidFill>
                  <a:srgbClr val="282523"/>
                </a:solidFill>
                <a:effectLst/>
                <a:latin typeface="Times New Roman "/>
              </a:rPr>
              <a:t>in</a:t>
            </a:r>
            <a:r>
              <a:rPr lang="vi-VN" sz="1600" b="0" i="0" dirty="0">
                <a:solidFill>
                  <a:srgbClr val="282523"/>
                </a:solidFill>
                <a:effectLst/>
                <a:latin typeface="Times New Roman "/>
              </a:rPr>
              <a:t>: Rủi ro về việc lộ thông tin cá nhân và thanh toán trực tuyến.</a:t>
            </a:r>
          </a:p>
          <a:p>
            <a:pPr algn="l">
              <a:buFont typeface="Arial" panose="020B0604020202020204" pitchFamily="34" charset="0"/>
              <a:buChar char="•"/>
            </a:pPr>
            <a:r>
              <a:rPr lang="vi-VN" sz="1600" b="1" i="0" dirty="0">
                <a:solidFill>
                  <a:srgbClr val="282523"/>
                </a:solidFill>
                <a:effectLst/>
                <a:latin typeface="Times New Roman "/>
              </a:rPr>
              <a:t>Thiếu </a:t>
            </a:r>
            <a:r>
              <a:rPr lang="en-US" sz="1600" b="1" dirty="0">
                <a:solidFill>
                  <a:srgbClr val="282523"/>
                </a:solidFill>
                <a:latin typeface="Times New Roman "/>
              </a:rPr>
              <a:t>tr</a:t>
            </a:r>
            <a:r>
              <a:rPr lang="vi-VN" sz="1600" b="1" i="0" dirty="0">
                <a:solidFill>
                  <a:srgbClr val="282523"/>
                </a:solidFill>
                <a:effectLst/>
                <a:latin typeface="Times New Roman "/>
              </a:rPr>
              <a:t>ải </a:t>
            </a:r>
            <a:r>
              <a:rPr lang="en-US" sz="1600" b="1" dirty="0">
                <a:solidFill>
                  <a:srgbClr val="282523"/>
                </a:solidFill>
                <a:latin typeface="Times New Roman "/>
              </a:rPr>
              <a:t>n</a:t>
            </a:r>
            <a:r>
              <a:rPr lang="vi-VN" sz="1600" b="1" i="0" dirty="0">
                <a:solidFill>
                  <a:srgbClr val="282523"/>
                </a:solidFill>
                <a:effectLst/>
                <a:latin typeface="Times New Roman "/>
              </a:rPr>
              <a:t>ghiệm </a:t>
            </a:r>
            <a:r>
              <a:rPr lang="en-US" sz="1600" b="1" dirty="0">
                <a:solidFill>
                  <a:srgbClr val="282523"/>
                </a:solidFill>
                <a:latin typeface="Times New Roman "/>
              </a:rPr>
              <a:t>t</a:t>
            </a:r>
            <a:r>
              <a:rPr lang="vi-VN" sz="1600" b="1" i="0" dirty="0">
                <a:solidFill>
                  <a:srgbClr val="282523"/>
                </a:solidFill>
                <a:effectLst/>
                <a:latin typeface="Times New Roman "/>
              </a:rPr>
              <a:t>hực </a:t>
            </a:r>
            <a:r>
              <a:rPr lang="en-US" sz="1600" b="1" dirty="0">
                <a:solidFill>
                  <a:srgbClr val="282523"/>
                </a:solidFill>
                <a:latin typeface="Times New Roman "/>
              </a:rPr>
              <a:t>t</a:t>
            </a:r>
            <a:r>
              <a:rPr lang="vi-VN" sz="1600" b="1" i="0" dirty="0">
                <a:solidFill>
                  <a:srgbClr val="282523"/>
                </a:solidFill>
                <a:effectLst/>
                <a:latin typeface="Times New Roman "/>
              </a:rPr>
              <a:t>ế</a:t>
            </a:r>
            <a:r>
              <a:rPr lang="vi-VN" sz="1600" b="0" i="0" dirty="0">
                <a:solidFill>
                  <a:srgbClr val="282523"/>
                </a:solidFill>
                <a:effectLst/>
                <a:latin typeface="Times New Roman "/>
              </a:rPr>
              <a:t>: Không thể sờ, thử sản phẩm trước khi mua.</a:t>
            </a:r>
          </a:p>
          <a:p>
            <a:pPr algn="l">
              <a:buFont typeface="Arial" panose="020B0604020202020204" pitchFamily="34" charset="0"/>
              <a:buChar char="•"/>
            </a:pPr>
            <a:r>
              <a:rPr lang="vi-VN" sz="1600" b="1" i="0" dirty="0">
                <a:solidFill>
                  <a:srgbClr val="282523"/>
                </a:solidFill>
                <a:effectLst/>
                <a:latin typeface="Times New Roman "/>
              </a:rPr>
              <a:t>Chi </a:t>
            </a:r>
            <a:r>
              <a:rPr lang="en-US" sz="1600" b="1" dirty="0">
                <a:solidFill>
                  <a:srgbClr val="282523"/>
                </a:solidFill>
                <a:latin typeface="Times New Roman "/>
              </a:rPr>
              <a:t>p</a:t>
            </a:r>
            <a:r>
              <a:rPr lang="vi-VN" sz="1600" b="1" i="0" dirty="0">
                <a:solidFill>
                  <a:srgbClr val="282523"/>
                </a:solidFill>
                <a:effectLst/>
                <a:latin typeface="Times New Roman "/>
              </a:rPr>
              <a:t>hí </a:t>
            </a:r>
            <a:r>
              <a:rPr lang="en-US" sz="1600" b="1" dirty="0">
                <a:solidFill>
                  <a:srgbClr val="282523"/>
                </a:solidFill>
                <a:latin typeface="Times New Roman "/>
              </a:rPr>
              <a:t>v</a:t>
            </a:r>
            <a:r>
              <a:rPr lang="vi-VN" sz="1600" b="1" i="0" dirty="0">
                <a:solidFill>
                  <a:srgbClr val="282523"/>
                </a:solidFill>
                <a:effectLst/>
                <a:latin typeface="Times New Roman "/>
              </a:rPr>
              <a:t>ận </a:t>
            </a:r>
            <a:r>
              <a:rPr lang="en-US" sz="1600" b="1" dirty="0">
                <a:solidFill>
                  <a:srgbClr val="282523"/>
                </a:solidFill>
                <a:latin typeface="Times New Roman "/>
              </a:rPr>
              <a:t>c</a:t>
            </a:r>
            <a:r>
              <a:rPr lang="vi-VN" sz="1600" b="1" i="0" dirty="0">
                <a:solidFill>
                  <a:srgbClr val="282523"/>
                </a:solidFill>
                <a:effectLst/>
                <a:latin typeface="Times New Roman "/>
              </a:rPr>
              <a:t>huyển</a:t>
            </a:r>
            <a:r>
              <a:rPr lang="vi-VN" sz="1600" b="0" i="0" dirty="0">
                <a:solidFill>
                  <a:srgbClr val="282523"/>
                </a:solidFill>
                <a:effectLst/>
                <a:latin typeface="Times New Roman "/>
              </a:rPr>
              <a:t>: Có thể cao và ảnh hưởng đến quyết định mua hàng.</a:t>
            </a:r>
          </a:p>
          <a:p>
            <a:pPr algn="l">
              <a:buFont typeface="Arial" panose="020B0604020202020204" pitchFamily="34" charset="0"/>
              <a:buChar char="•"/>
            </a:pPr>
            <a:r>
              <a:rPr lang="vi-VN" sz="1600" b="1" i="0" dirty="0">
                <a:solidFill>
                  <a:srgbClr val="282523"/>
                </a:solidFill>
                <a:effectLst/>
                <a:latin typeface="Times New Roman "/>
              </a:rPr>
              <a:t>Hoàn </a:t>
            </a:r>
            <a:r>
              <a:rPr lang="en-US" sz="1600" b="1" i="0" dirty="0">
                <a:solidFill>
                  <a:srgbClr val="282523"/>
                </a:solidFill>
                <a:effectLst/>
                <a:latin typeface="Times New Roman "/>
              </a:rPr>
              <a:t>t</a:t>
            </a:r>
            <a:r>
              <a:rPr lang="vi-VN" sz="1600" b="1" i="0" dirty="0">
                <a:solidFill>
                  <a:srgbClr val="282523"/>
                </a:solidFill>
                <a:effectLst/>
                <a:latin typeface="Times New Roman "/>
              </a:rPr>
              <a:t>rả </a:t>
            </a:r>
            <a:r>
              <a:rPr lang="en-US" sz="1600" b="1" dirty="0">
                <a:solidFill>
                  <a:srgbClr val="282523"/>
                </a:solidFill>
                <a:latin typeface="Times New Roman "/>
              </a:rPr>
              <a:t>h</a:t>
            </a:r>
            <a:r>
              <a:rPr lang="vi-VN" sz="1600" b="1" i="0" dirty="0">
                <a:solidFill>
                  <a:srgbClr val="282523"/>
                </a:solidFill>
                <a:effectLst/>
                <a:latin typeface="Times New Roman "/>
              </a:rPr>
              <a:t>àng </a:t>
            </a:r>
            <a:r>
              <a:rPr lang="en-US" sz="1600" b="1" dirty="0">
                <a:solidFill>
                  <a:srgbClr val="282523"/>
                </a:solidFill>
                <a:latin typeface="Times New Roman "/>
              </a:rPr>
              <a:t>h</a:t>
            </a:r>
            <a:r>
              <a:rPr lang="vi-VN" sz="1600" b="1" i="0" dirty="0">
                <a:solidFill>
                  <a:srgbClr val="282523"/>
                </a:solidFill>
                <a:effectLst/>
                <a:latin typeface="Times New Roman "/>
              </a:rPr>
              <a:t>óa</a:t>
            </a:r>
            <a:r>
              <a:rPr lang="vi-VN" sz="1600" b="0" i="0" dirty="0">
                <a:solidFill>
                  <a:srgbClr val="282523"/>
                </a:solidFill>
                <a:effectLst/>
                <a:latin typeface="Times New Roman "/>
              </a:rPr>
              <a:t>: Quy trình có thể phức tạp và mất thời gian.</a:t>
            </a:r>
          </a:p>
          <a:p>
            <a:pPr algn="l">
              <a:buFont typeface="Arial" panose="020B0604020202020204" pitchFamily="34" charset="0"/>
              <a:buChar char="•"/>
            </a:pPr>
            <a:r>
              <a:rPr lang="vi-VN" sz="1600" b="1" i="0" dirty="0">
                <a:solidFill>
                  <a:srgbClr val="282523"/>
                </a:solidFill>
                <a:effectLst/>
                <a:latin typeface="Times New Roman "/>
              </a:rPr>
              <a:t>Phụ </a:t>
            </a:r>
            <a:r>
              <a:rPr lang="en-US" sz="1600" b="1" i="0" dirty="0">
                <a:solidFill>
                  <a:srgbClr val="282523"/>
                </a:solidFill>
                <a:effectLst/>
                <a:latin typeface="Times New Roman "/>
              </a:rPr>
              <a:t>t</a:t>
            </a:r>
            <a:r>
              <a:rPr lang="vi-VN" sz="1600" b="1" i="0" dirty="0">
                <a:solidFill>
                  <a:srgbClr val="282523"/>
                </a:solidFill>
                <a:effectLst/>
                <a:latin typeface="Times New Roman "/>
              </a:rPr>
              <a:t>huộc </a:t>
            </a:r>
            <a:r>
              <a:rPr lang="en-US" sz="1600" b="1" dirty="0">
                <a:solidFill>
                  <a:srgbClr val="282523"/>
                </a:solidFill>
                <a:latin typeface="Times New Roman "/>
              </a:rPr>
              <a:t>v</a:t>
            </a:r>
            <a:r>
              <a:rPr lang="vi-VN" sz="1600" b="1" i="0" dirty="0">
                <a:solidFill>
                  <a:srgbClr val="282523"/>
                </a:solidFill>
                <a:effectLst/>
                <a:latin typeface="Times New Roman "/>
              </a:rPr>
              <a:t>ào </a:t>
            </a:r>
            <a:r>
              <a:rPr lang="en-US" sz="1600" b="1" dirty="0">
                <a:solidFill>
                  <a:srgbClr val="282523"/>
                </a:solidFill>
                <a:latin typeface="Times New Roman "/>
              </a:rPr>
              <a:t>c</a:t>
            </a:r>
            <a:r>
              <a:rPr lang="vi-VN" sz="1600" b="1" i="0" dirty="0">
                <a:solidFill>
                  <a:srgbClr val="282523"/>
                </a:solidFill>
                <a:effectLst/>
                <a:latin typeface="Times New Roman "/>
              </a:rPr>
              <a:t>ông </a:t>
            </a:r>
            <a:r>
              <a:rPr lang="en-US" sz="1600" b="1" dirty="0">
                <a:solidFill>
                  <a:srgbClr val="282523"/>
                </a:solidFill>
                <a:latin typeface="Times New Roman "/>
              </a:rPr>
              <a:t>n</a:t>
            </a:r>
            <a:r>
              <a:rPr lang="vi-VN" sz="1600" b="1" i="0" dirty="0">
                <a:solidFill>
                  <a:srgbClr val="282523"/>
                </a:solidFill>
                <a:effectLst/>
                <a:latin typeface="Times New Roman "/>
              </a:rPr>
              <a:t>ghệ</a:t>
            </a:r>
            <a:r>
              <a:rPr lang="en-US" sz="1600" dirty="0">
                <a:solidFill>
                  <a:srgbClr val="282523"/>
                </a:solidFill>
                <a:latin typeface="Times New Roman "/>
              </a:rPr>
              <a:t>:</a:t>
            </a:r>
            <a:r>
              <a:rPr lang="vi-VN" sz="1600" b="0" i="0" dirty="0">
                <a:solidFill>
                  <a:srgbClr val="282523"/>
                </a:solidFill>
                <a:effectLst/>
                <a:latin typeface="Times New Roman "/>
              </a:rPr>
              <a:t>Khi mạng Internet hoặc hệ thống bị sự cố, mọi hoạt động mua bán sẽ bị ảnh hưởng</a:t>
            </a:r>
            <a:r>
              <a:rPr lang="en-US" sz="1600" dirty="0">
                <a:solidFill>
                  <a:srgbClr val="282523"/>
                </a:solidFill>
                <a:latin typeface="Times New Roman "/>
              </a:rPr>
              <a:t>.</a:t>
            </a:r>
            <a:endParaRPr lang="vi-VN" sz="1600" b="0" i="0" dirty="0">
              <a:solidFill>
                <a:srgbClr val="282523"/>
              </a:solidFill>
              <a:effectLst/>
              <a:latin typeface="Times New Roman "/>
            </a:endParaRPr>
          </a:p>
          <a:p>
            <a:endParaRPr lang="en-US" sz="1600" dirty="0">
              <a:latin typeface="Times New Roman "/>
            </a:endParaRPr>
          </a:p>
        </p:txBody>
      </p:sp>
    </p:spTree>
    <p:extLst>
      <p:ext uri="{BB962C8B-B14F-4D97-AF65-F5344CB8AC3E}">
        <p14:creationId xmlns:p14="http://schemas.microsoft.com/office/powerpoint/2010/main" val="811071215"/>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barn(inVertical)">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barn(inVertical)">
                                      <p:cBhvr>
                                        <p:cTn id="19" dur="500"/>
                                        <p:tgtEl>
                                          <p:spTgt spid="8">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barn(inVertical)">
                                      <p:cBhvr>
                                        <p:cTn id="24" dur="500"/>
                                        <p:tgtEl>
                                          <p:spTgt spid="8">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animEffect transition="in" filter="barn(inVertical)">
                                      <p:cBhvr>
                                        <p:cTn id="29" dur="500"/>
                                        <p:tgtEl>
                                          <p:spTgt spid="8">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8">
                                            <p:txEl>
                                              <p:pRg st="4" end="4"/>
                                            </p:txEl>
                                          </p:spTgt>
                                        </p:tgtEl>
                                        <p:attrNameLst>
                                          <p:attrName>style.visibility</p:attrName>
                                        </p:attrNameLst>
                                      </p:cBhvr>
                                      <p:to>
                                        <p:strVal val="visible"/>
                                      </p:to>
                                    </p:set>
                                    <p:animEffect transition="in" filter="barn(inVertical)">
                                      <p:cBhvr>
                                        <p:cTn id="34" dur="500"/>
                                        <p:tgtEl>
                                          <p:spTgt spid="8">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8">
                                            <p:txEl>
                                              <p:pRg st="5" end="5"/>
                                            </p:txEl>
                                          </p:spTgt>
                                        </p:tgtEl>
                                        <p:attrNameLst>
                                          <p:attrName>style.visibility</p:attrName>
                                        </p:attrNameLst>
                                      </p:cBhvr>
                                      <p:to>
                                        <p:strVal val="visible"/>
                                      </p:to>
                                    </p:set>
                                    <p:animEffect transition="in" filter="barn(inVertical)">
                                      <p:cBhvr>
                                        <p:cTn id="39" dur="500"/>
                                        <p:tgtEl>
                                          <p:spTgt spid="8">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9">
                                            <p:txEl>
                                              <p:pRg st="0" end="0"/>
                                            </p:txEl>
                                          </p:spTgt>
                                        </p:tgtEl>
                                        <p:attrNameLst>
                                          <p:attrName>style.visibility</p:attrName>
                                        </p:attrNameLst>
                                      </p:cBhvr>
                                      <p:to>
                                        <p:strVal val="visible"/>
                                      </p:to>
                                    </p:set>
                                    <p:animEffect transition="in" filter="barn(inVertical)">
                                      <p:cBhvr>
                                        <p:cTn id="44" dur="500"/>
                                        <p:tgtEl>
                                          <p:spTgt spid="9">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animEffect transition="in" filter="barn(inVertical)">
                                      <p:cBhvr>
                                        <p:cTn id="49" dur="500"/>
                                        <p:tgtEl>
                                          <p:spTgt spid="9">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9">
                                            <p:txEl>
                                              <p:pRg st="2" end="2"/>
                                            </p:txEl>
                                          </p:spTgt>
                                        </p:tgtEl>
                                        <p:attrNameLst>
                                          <p:attrName>style.visibility</p:attrName>
                                        </p:attrNameLst>
                                      </p:cBhvr>
                                      <p:to>
                                        <p:strVal val="visible"/>
                                      </p:to>
                                    </p:set>
                                    <p:animEffect transition="in" filter="barn(inVertical)">
                                      <p:cBhvr>
                                        <p:cTn id="54" dur="500"/>
                                        <p:tgtEl>
                                          <p:spTgt spid="9">
                                            <p:txEl>
                                              <p:pRg st="2" end="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9">
                                            <p:txEl>
                                              <p:pRg st="3" end="3"/>
                                            </p:txEl>
                                          </p:spTgt>
                                        </p:tgtEl>
                                        <p:attrNameLst>
                                          <p:attrName>style.visibility</p:attrName>
                                        </p:attrNameLst>
                                      </p:cBhvr>
                                      <p:to>
                                        <p:strVal val="visible"/>
                                      </p:to>
                                    </p:set>
                                    <p:animEffect transition="in" filter="barn(inVertical)">
                                      <p:cBhvr>
                                        <p:cTn id="59" dur="500"/>
                                        <p:tgtEl>
                                          <p:spTgt spid="9">
                                            <p:txEl>
                                              <p:pRg st="3" end="3"/>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9">
                                            <p:txEl>
                                              <p:pRg st="4" end="4"/>
                                            </p:txEl>
                                          </p:spTgt>
                                        </p:tgtEl>
                                        <p:attrNameLst>
                                          <p:attrName>style.visibility</p:attrName>
                                        </p:attrNameLst>
                                      </p:cBhvr>
                                      <p:to>
                                        <p:strVal val="visible"/>
                                      </p:to>
                                    </p:set>
                                    <p:animEffect transition="in" filter="barn(inVertical)">
                                      <p:cBhvr>
                                        <p:cTn id="64" dur="500"/>
                                        <p:tgtEl>
                                          <p:spTgt spid="9">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9">
                                            <p:txEl>
                                              <p:pRg st="5" end="5"/>
                                            </p:txEl>
                                          </p:spTgt>
                                        </p:tgtEl>
                                        <p:attrNameLst>
                                          <p:attrName>style.visibility</p:attrName>
                                        </p:attrNameLst>
                                      </p:cBhvr>
                                      <p:to>
                                        <p:strVal val="visible"/>
                                      </p:to>
                                    </p:set>
                                    <p:animEffect transition="in" filter="barn(inVertical)">
                                      <p:cBhvr>
                                        <p:cTn id="69" dur="5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0BA84-EBE1-D316-CCE9-6A483D5E6C28}"/>
              </a:ext>
            </a:extLst>
          </p:cNvPr>
          <p:cNvSpPr>
            <a:spLocks noGrp="1"/>
          </p:cNvSpPr>
          <p:nvPr>
            <p:ph type="title"/>
          </p:nvPr>
        </p:nvSpPr>
        <p:spPr>
          <a:xfrm>
            <a:off x="556166" y="10633"/>
            <a:ext cx="7107922" cy="499872"/>
          </a:xfrm>
        </p:spPr>
        <p:txBody>
          <a:bodyPr>
            <a:noAutofit/>
          </a:bodyPr>
          <a:lstStyle/>
          <a:p>
            <a:r>
              <a:rPr lang="en-US" sz="2400" dirty="0">
                <a:solidFill>
                  <a:srgbClr val="282523"/>
                </a:solidFill>
                <a:latin typeface="Times New Roman" panose="02020603050405020304" pitchFamily="18" charset="0"/>
                <a:cs typeface="Times New Roman" panose="02020603050405020304" pitchFamily="18" charset="0"/>
              </a:rPr>
              <a:t>5</a:t>
            </a:r>
            <a:r>
              <a:rPr lang="en-US" sz="2400" b="0" i="0" dirty="0">
                <a:solidFill>
                  <a:srgbClr val="282523"/>
                </a:solidFill>
                <a:effectLst/>
                <a:latin typeface="Times New Roman" panose="02020603050405020304" pitchFamily="18" charset="0"/>
                <a:cs typeface="Times New Roman" panose="02020603050405020304" pitchFamily="18" charset="0"/>
              </a:rPr>
              <a:t>.Ứ</a:t>
            </a:r>
            <a:r>
              <a:rPr lang="vi-VN" sz="2400" b="0" i="0" dirty="0">
                <a:solidFill>
                  <a:srgbClr val="282523"/>
                </a:solidFill>
                <a:effectLst/>
                <a:latin typeface="Times New Roman" panose="02020603050405020304" pitchFamily="18" charset="0"/>
                <a:cs typeface="Times New Roman" panose="02020603050405020304" pitchFamily="18" charset="0"/>
              </a:rPr>
              <a:t>ng dụng của thương mại điện tử</a:t>
            </a: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E7F466-B0A2-84A8-F55F-B13EC0160222}"/>
              </a:ext>
            </a:extLst>
          </p:cNvPr>
          <p:cNvSpPr>
            <a:spLocks noGrp="1"/>
          </p:cNvSpPr>
          <p:nvPr>
            <p:ph sz="half" idx="1"/>
          </p:nvPr>
        </p:nvSpPr>
        <p:spPr>
          <a:xfrm>
            <a:off x="-98854" y="522699"/>
            <a:ext cx="10047525" cy="5024662"/>
          </a:xfrm>
        </p:spPr>
        <p:txBody>
          <a:bodyPr>
            <a:noAutofit/>
          </a:bodyPr>
          <a:lstStyle/>
          <a:p>
            <a:pPr marL="0" indent="0" algn="l">
              <a:buNone/>
            </a:pPr>
            <a:endParaRPr lang="vi-VN" sz="1800" b="1" i="0" dirty="0">
              <a:solidFill>
                <a:srgbClr val="282523"/>
              </a:solidFill>
              <a:effectLst/>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vi-VN" sz="1600" b="1" i="0" dirty="0">
                <a:solidFill>
                  <a:srgbClr val="282523"/>
                </a:solidFill>
                <a:effectLst/>
                <a:latin typeface="Times New Roman" panose="02020603050405020304" pitchFamily="18" charset="0"/>
                <a:cs typeface="Times New Roman" panose="02020603050405020304" pitchFamily="18" charset="0"/>
              </a:rPr>
              <a:t>Bán </a:t>
            </a:r>
            <a:r>
              <a:rPr lang="en-US" sz="1600" b="1" i="0" dirty="0">
                <a:solidFill>
                  <a:srgbClr val="282523"/>
                </a:solidFill>
                <a:effectLst/>
                <a:latin typeface="Times New Roman" panose="02020603050405020304" pitchFamily="18" charset="0"/>
                <a:cs typeface="Times New Roman" panose="02020603050405020304" pitchFamily="18" charset="0"/>
              </a:rPr>
              <a:t>l</a:t>
            </a:r>
            <a:r>
              <a:rPr lang="vi-VN" sz="1600" b="1" i="0" dirty="0">
                <a:solidFill>
                  <a:srgbClr val="282523"/>
                </a:solidFill>
                <a:effectLst/>
                <a:latin typeface="Times New Roman" panose="02020603050405020304" pitchFamily="18" charset="0"/>
                <a:cs typeface="Times New Roman" panose="02020603050405020304" pitchFamily="18" charset="0"/>
              </a:rPr>
              <a:t>ẻ </a:t>
            </a:r>
            <a:r>
              <a:rPr lang="en-US" sz="1600" b="1" dirty="0">
                <a:solidFill>
                  <a:srgbClr val="282523"/>
                </a:solidFill>
                <a:latin typeface="Times New Roman" panose="02020603050405020304" pitchFamily="18" charset="0"/>
                <a:cs typeface="Times New Roman" panose="02020603050405020304" pitchFamily="18" charset="0"/>
              </a:rPr>
              <a:t>t</a:t>
            </a:r>
            <a:r>
              <a:rPr lang="vi-VN" sz="1600" b="1" i="0" dirty="0">
                <a:solidFill>
                  <a:srgbClr val="282523"/>
                </a:solidFill>
                <a:effectLst/>
                <a:latin typeface="Times New Roman" panose="02020603050405020304" pitchFamily="18" charset="0"/>
                <a:cs typeface="Times New Roman" panose="02020603050405020304" pitchFamily="18" charset="0"/>
              </a:rPr>
              <a:t>rực </a:t>
            </a:r>
            <a:r>
              <a:rPr lang="en-US" sz="1600" b="1" dirty="0">
                <a:solidFill>
                  <a:srgbClr val="282523"/>
                </a:solidFill>
                <a:latin typeface="Times New Roman" panose="02020603050405020304" pitchFamily="18" charset="0"/>
                <a:cs typeface="Times New Roman" panose="02020603050405020304" pitchFamily="18" charset="0"/>
              </a:rPr>
              <a:t>t</a:t>
            </a:r>
            <a:r>
              <a:rPr lang="vi-VN" sz="1600" b="1" i="0" dirty="0">
                <a:solidFill>
                  <a:srgbClr val="282523"/>
                </a:solidFill>
                <a:effectLst/>
                <a:latin typeface="Times New Roman" panose="02020603050405020304" pitchFamily="18" charset="0"/>
                <a:cs typeface="Times New Roman" panose="02020603050405020304" pitchFamily="18" charset="0"/>
              </a:rPr>
              <a:t>uyến</a:t>
            </a:r>
            <a:r>
              <a:rPr lang="vi-VN" sz="1600" b="0" i="0" dirty="0">
                <a:solidFill>
                  <a:srgbClr val="282523"/>
                </a:solidFill>
                <a:effectLst/>
                <a:latin typeface="Times New Roman" panose="02020603050405020304" pitchFamily="18" charset="0"/>
                <a:cs typeface="Times New Roman" panose="02020603050405020304" pitchFamily="18" charset="0"/>
              </a:rPr>
              <a:t>: Các trang web như Amazon, Lazada, Shopee cho phép người tiêu dùng mua sắm từ bất kỳ đâu.</a:t>
            </a:r>
          </a:p>
          <a:p>
            <a:pPr algn="l">
              <a:buFont typeface="Wingdings" panose="05000000000000000000" pitchFamily="2" charset="2"/>
              <a:buChar char="Ø"/>
            </a:pPr>
            <a:r>
              <a:rPr lang="vi-VN" sz="1600" b="1" i="0" dirty="0">
                <a:solidFill>
                  <a:srgbClr val="282523"/>
                </a:solidFill>
                <a:effectLst/>
                <a:latin typeface="Times New Roman" panose="02020603050405020304" pitchFamily="18" charset="0"/>
                <a:cs typeface="Times New Roman" panose="02020603050405020304" pitchFamily="18" charset="0"/>
              </a:rPr>
              <a:t>Dịch </a:t>
            </a:r>
            <a:r>
              <a:rPr lang="en-US" sz="1600" b="1" i="0" dirty="0">
                <a:solidFill>
                  <a:srgbClr val="282523"/>
                </a:solidFill>
                <a:effectLst/>
                <a:latin typeface="Times New Roman" panose="02020603050405020304" pitchFamily="18" charset="0"/>
                <a:cs typeface="Times New Roman" panose="02020603050405020304" pitchFamily="18" charset="0"/>
              </a:rPr>
              <a:t>v</a:t>
            </a:r>
            <a:r>
              <a:rPr lang="vi-VN" sz="1600" b="1" i="0" dirty="0">
                <a:solidFill>
                  <a:srgbClr val="282523"/>
                </a:solidFill>
                <a:effectLst/>
                <a:latin typeface="Times New Roman" panose="02020603050405020304" pitchFamily="18" charset="0"/>
                <a:cs typeface="Times New Roman" panose="02020603050405020304" pitchFamily="18" charset="0"/>
              </a:rPr>
              <a:t>ụ </a:t>
            </a:r>
            <a:r>
              <a:rPr lang="en-US" sz="1600" b="1" dirty="0">
                <a:solidFill>
                  <a:srgbClr val="282523"/>
                </a:solidFill>
                <a:latin typeface="Times New Roman" panose="02020603050405020304" pitchFamily="18" charset="0"/>
                <a:cs typeface="Times New Roman" panose="02020603050405020304" pitchFamily="18" charset="0"/>
              </a:rPr>
              <a:t>t</a:t>
            </a:r>
            <a:r>
              <a:rPr lang="vi-VN" sz="1600" b="1" i="0" dirty="0">
                <a:solidFill>
                  <a:srgbClr val="282523"/>
                </a:solidFill>
                <a:effectLst/>
                <a:latin typeface="Times New Roman" panose="02020603050405020304" pitchFamily="18" charset="0"/>
                <a:cs typeface="Times New Roman" panose="02020603050405020304" pitchFamily="18" charset="0"/>
              </a:rPr>
              <a:t>ài </a:t>
            </a:r>
            <a:r>
              <a:rPr lang="en-US" sz="1600" b="1" dirty="0">
                <a:solidFill>
                  <a:srgbClr val="282523"/>
                </a:solidFill>
                <a:latin typeface="Times New Roman" panose="02020603050405020304" pitchFamily="18" charset="0"/>
                <a:cs typeface="Times New Roman" panose="02020603050405020304" pitchFamily="18" charset="0"/>
              </a:rPr>
              <a:t>c</a:t>
            </a:r>
            <a:r>
              <a:rPr lang="vi-VN" sz="1600" b="1" i="0" dirty="0">
                <a:solidFill>
                  <a:srgbClr val="282523"/>
                </a:solidFill>
                <a:effectLst/>
                <a:latin typeface="Times New Roman" panose="02020603050405020304" pitchFamily="18" charset="0"/>
                <a:cs typeface="Times New Roman" panose="02020603050405020304" pitchFamily="18" charset="0"/>
              </a:rPr>
              <a:t>hính</a:t>
            </a:r>
            <a:r>
              <a:rPr lang="vi-VN" sz="1600" b="0" i="0" dirty="0">
                <a:solidFill>
                  <a:srgbClr val="282523"/>
                </a:solidFill>
                <a:effectLst/>
                <a:latin typeface="Times New Roman" panose="02020603050405020304" pitchFamily="18" charset="0"/>
                <a:cs typeface="Times New Roman" panose="02020603050405020304" pitchFamily="18" charset="0"/>
              </a:rPr>
              <a:t>: Các ngân hàng và dịch vụ tài chính trực tuyến cung cấp các dịch vụ như chuyển tiền, thanh toán hóa đơn.</a:t>
            </a:r>
          </a:p>
          <a:p>
            <a:pPr algn="l">
              <a:buFont typeface="Wingdings" panose="05000000000000000000" pitchFamily="2" charset="2"/>
              <a:buChar char="Ø"/>
            </a:pPr>
            <a:r>
              <a:rPr lang="vi-VN" sz="1600" b="1" i="0" dirty="0">
                <a:solidFill>
                  <a:srgbClr val="282523"/>
                </a:solidFill>
                <a:effectLst/>
                <a:latin typeface="Times New Roman" panose="02020603050405020304" pitchFamily="18" charset="0"/>
                <a:cs typeface="Times New Roman" panose="02020603050405020304" pitchFamily="18" charset="0"/>
              </a:rPr>
              <a:t>Du </a:t>
            </a:r>
            <a:r>
              <a:rPr lang="en-US" sz="1600" b="1" i="0" dirty="0">
                <a:solidFill>
                  <a:srgbClr val="282523"/>
                </a:solidFill>
                <a:effectLst/>
                <a:latin typeface="Times New Roman" panose="02020603050405020304" pitchFamily="18" charset="0"/>
                <a:cs typeface="Times New Roman" panose="02020603050405020304" pitchFamily="18" charset="0"/>
              </a:rPr>
              <a:t>l</a:t>
            </a:r>
            <a:r>
              <a:rPr lang="vi-VN" sz="1600" b="1" i="0" dirty="0">
                <a:solidFill>
                  <a:srgbClr val="282523"/>
                </a:solidFill>
                <a:effectLst/>
                <a:latin typeface="Times New Roman" panose="02020603050405020304" pitchFamily="18" charset="0"/>
                <a:cs typeface="Times New Roman" panose="02020603050405020304" pitchFamily="18" charset="0"/>
              </a:rPr>
              <a:t>ịch</a:t>
            </a:r>
            <a:r>
              <a:rPr lang="vi-VN" sz="1600" b="0" i="0" dirty="0">
                <a:solidFill>
                  <a:srgbClr val="282523"/>
                </a:solidFill>
                <a:effectLst/>
                <a:latin typeface="Times New Roman" panose="02020603050405020304" pitchFamily="18" charset="0"/>
                <a:cs typeface="Times New Roman" panose="02020603050405020304" pitchFamily="18" charset="0"/>
              </a:rPr>
              <a:t>: Các trang web như Expedia, Agoda cho phép đặt vé máy bay, khách sạn và tour du lịch.</a:t>
            </a:r>
          </a:p>
          <a:p>
            <a:pPr algn="l">
              <a:buFont typeface="Wingdings" panose="05000000000000000000" pitchFamily="2" charset="2"/>
              <a:buChar char="Ø"/>
            </a:pPr>
            <a:r>
              <a:rPr lang="vi-VN" sz="1600" b="1" i="0" dirty="0">
                <a:solidFill>
                  <a:srgbClr val="282523"/>
                </a:solidFill>
                <a:effectLst/>
                <a:latin typeface="Times New Roman" panose="02020603050405020304" pitchFamily="18" charset="0"/>
                <a:cs typeface="Times New Roman" panose="02020603050405020304" pitchFamily="18" charset="0"/>
              </a:rPr>
              <a:t>Giải </a:t>
            </a:r>
            <a:r>
              <a:rPr lang="en-US" sz="1600" b="1" i="0" dirty="0">
                <a:solidFill>
                  <a:srgbClr val="282523"/>
                </a:solidFill>
                <a:effectLst/>
                <a:latin typeface="Times New Roman" panose="02020603050405020304" pitchFamily="18" charset="0"/>
                <a:cs typeface="Times New Roman" panose="02020603050405020304" pitchFamily="18" charset="0"/>
              </a:rPr>
              <a:t>t</a:t>
            </a:r>
            <a:r>
              <a:rPr lang="vi-VN" sz="1600" b="1" i="0" dirty="0">
                <a:solidFill>
                  <a:srgbClr val="282523"/>
                </a:solidFill>
                <a:effectLst/>
                <a:latin typeface="Times New Roman" panose="02020603050405020304" pitchFamily="18" charset="0"/>
                <a:cs typeface="Times New Roman" panose="02020603050405020304" pitchFamily="18" charset="0"/>
              </a:rPr>
              <a:t>rí</a:t>
            </a:r>
            <a:r>
              <a:rPr lang="vi-VN" sz="1600" b="0" i="0" dirty="0">
                <a:solidFill>
                  <a:srgbClr val="282523"/>
                </a:solidFill>
                <a:effectLst/>
                <a:latin typeface="Times New Roman" panose="02020603050405020304" pitchFamily="18" charset="0"/>
                <a:cs typeface="Times New Roman" panose="02020603050405020304" pitchFamily="18" charset="0"/>
              </a:rPr>
              <a:t>: Các dịch vụ streaming như Netflix, Spotify cung cấp nội dung số trực tuyến.</a:t>
            </a:r>
          </a:p>
          <a:p>
            <a:pPr algn="l">
              <a:buFont typeface="Wingdings" panose="05000000000000000000" pitchFamily="2" charset="2"/>
              <a:buChar char="Ø"/>
            </a:pPr>
            <a:r>
              <a:rPr lang="vi-VN" sz="1600" b="1" i="0" dirty="0">
                <a:solidFill>
                  <a:srgbClr val="282523"/>
                </a:solidFill>
                <a:effectLst/>
                <a:latin typeface="Times New Roman" panose="02020603050405020304" pitchFamily="18" charset="0"/>
                <a:cs typeface="Times New Roman" panose="02020603050405020304" pitchFamily="18" charset="0"/>
              </a:rPr>
              <a:t>Giáo </a:t>
            </a:r>
            <a:r>
              <a:rPr lang="en-US" sz="1600" b="1" i="0" dirty="0">
                <a:solidFill>
                  <a:srgbClr val="282523"/>
                </a:solidFill>
                <a:effectLst/>
                <a:latin typeface="Times New Roman" panose="02020603050405020304" pitchFamily="18" charset="0"/>
                <a:cs typeface="Times New Roman" panose="02020603050405020304" pitchFamily="18" charset="0"/>
              </a:rPr>
              <a:t>d</a:t>
            </a:r>
            <a:r>
              <a:rPr lang="vi-VN" sz="1600" b="1" i="0" dirty="0">
                <a:solidFill>
                  <a:srgbClr val="282523"/>
                </a:solidFill>
                <a:effectLst/>
                <a:latin typeface="Times New Roman" panose="02020603050405020304" pitchFamily="18" charset="0"/>
                <a:cs typeface="Times New Roman" panose="02020603050405020304" pitchFamily="18" charset="0"/>
              </a:rPr>
              <a:t>ục</a:t>
            </a:r>
            <a:r>
              <a:rPr lang="vi-VN" sz="1600" b="0" i="0" dirty="0">
                <a:solidFill>
                  <a:srgbClr val="282523"/>
                </a:solidFill>
                <a:effectLst/>
                <a:latin typeface="Times New Roman" panose="02020603050405020304" pitchFamily="18" charset="0"/>
                <a:cs typeface="Times New Roman" panose="02020603050405020304" pitchFamily="18" charset="0"/>
              </a:rPr>
              <a:t>: Các nền tảng học trực tuyến như Coursera, Udemy cung cấp các khóa học trực tuyến.</a:t>
            </a: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95701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1C3E38-8122-7E1C-A4AD-142039AA40E2}"/>
              </a:ext>
            </a:extLst>
          </p:cNvPr>
          <p:cNvSpPr>
            <a:spLocks noGrp="1"/>
          </p:cNvSpPr>
          <p:nvPr>
            <p:ph type="ctrTitle"/>
          </p:nvPr>
        </p:nvSpPr>
        <p:spPr/>
        <p:txBody>
          <a:bodyPr/>
          <a:lstStyle/>
          <a:p>
            <a:endParaRPr lang="en-US" dirty="0"/>
          </a:p>
        </p:txBody>
      </p:sp>
      <p:sp>
        <p:nvSpPr>
          <p:cNvPr id="6" name="Subtitle 5">
            <a:extLst>
              <a:ext uri="{FF2B5EF4-FFF2-40B4-BE49-F238E27FC236}">
                <a16:creationId xmlns:a16="http://schemas.microsoft.com/office/drawing/2014/main" id="{7D0D54C5-AF21-EDDC-4515-EE62AFD10172}"/>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39012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639</TotalTime>
  <Words>1178</Words>
  <Application>Microsoft Office PowerPoint</Application>
  <PresentationFormat>Custom</PresentationFormat>
  <Paragraphs>63</Paragraphs>
  <Slides>12</Slides>
  <Notes>1</Notes>
  <HiddenSlides>0</HiddenSlides>
  <MMClips>0</MMClips>
  <ScaleCrop>false</ScaleCrop>
  <HeadingPairs>
    <vt:vector size="8" baseType="variant">
      <vt:variant>
        <vt:lpstr>Fonts Used</vt:lpstr>
      </vt:variant>
      <vt:variant>
        <vt:i4>9</vt:i4>
      </vt:variant>
      <vt:variant>
        <vt:lpstr>Theme</vt:lpstr>
      </vt:variant>
      <vt:variant>
        <vt:i4>3</vt:i4>
      </vt:variant>
      <vt:variant>
        <vt:lpstr>Slide Titles</vt:lpstr>
      </vt:variant>
      <vt:variant>
        <vt:i4>12</vt:i4>
      </vt:variant>
      <vt:variant>
        <vt:lpstr>Custom Shows</vt:lpstr>
      </vt:variant>
      <vt:variant>
        <vt:i4>1</vt:i4>
      </vt:variant>
    </vt:vector>
  </HeadingPairs>
  <TitlesOfParts>
    <vt:vector size="25" baseType="lpstr">
      <vt:lpstr>Aptos</vt:lpstr>
      <vt:lpstr>Aptos Display</vt:lpstr>
      <vt:lpstr>Arial</vt:lpstr>
      <vt:lpstr>Gill Sans MT</vt:lpstr>
      <vt:lpstr>Times New Roman</vt:lpstr>
      <vt:lpstr>Times New Roman </vt:lpstr>
      <vt:lpstr>Trebuchet MS</vt:lpstr>
      <vt:lpstr>Wingdings</vt:lpstr>
      <vt:lpstr>Wingdings 3</vt:lpstr>
      <vt:lpstr>Gallery</vt:lpstr>
      <vt:lpstr>Office Theme</vt:lpstr>
      <vt:lpstr>Facet</vt:lpstr>
      <vt:lpstr>PowerPoint Presentation</vt:lpstr>
      <vt:lpstr>PowerPoint Presentation</vt:lpstr>
      <vt:lpstr>BÀI TẬP LỚN Học phần:Nhập môn Công nghệ thông tin Chủ đề:Công nghệ thương mại điện tử, phân tích với sàn TMĐT Lazada</vt:lpstr>
      <vt:lpstr>I.Thương mại điện tử 1.Giới thiệu về thương mại điện tử 2.Lịch sử phát triển 3.Cách thức hoạt động của thương mại điện tử 4.Ưu và nhược điểm của thương mại điện tử 5.Ứng dụng và thách thức </vt:lpstr>
      <vt:lpstr>1.Giới thiệu về thương mại điện tử</vt:lpstr>
      <vt:lpstr>PowerPoint Presentation</vt:lpstr>
      <vt:lpstr>2.Lịch sử phát triển của thương mại điện tử</vt:lpstr>
      <vt:lpstr>3. Cách thức hoạt động của thương mại điện tử</vt:lpstr>
      <vt:lpstr>PowerPoint Presentation</vt:lpstr>
      <vt:lpstr>4.Ưu điểm và nhược điểm của thương mại điện tử</vt:lpstr>
      <vt:lpstr>5.Ứng dụng của thương mại điện tử</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Office</cp:lastModifiedBy>
  <cp:revision>20</cp:revision>
  <dcterms:created xsi:type="dcterms:W3CDTF">2024-10-05T15:37:36Z</dcterms:created>
  <dcterms:modified xsi:type="dcterms:W3CDTF">2024-10-19T15:22:14Z</dcterms:modified>
  <dc:language>en-US</dc:language>
</cp:coreProperties>
</file>